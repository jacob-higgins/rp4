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B1E1"/>
    <a:srgbClr val="21F6E4"/>
    <a:srgbClr val="FFFFFF"/>
    <a:srgbClr val="156082"/>
    <a:srgbClr val="000000"/>
    <a:srgbClr val="FF0000"/>
    <a:srgbClr val="E97132"/>
    <a:srgbClr val="E4E4E4"/>
    <a:srgbClr val="E59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548B9-CA3F-42B5-8DD0-597EF3A06950}" v="13" dt="2025-03-31T19:03:07.845"/>
    <p1510:client id="{5EFAD8F4-6336-456E-9654-36721D58C357}" v="314" dt="2025-04-02T08:07:48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Higgins" userId="2b5583e7-cd99-4b95-83ae-eb40a98abde0" providerId="ADAL" clId="{385548B9-CA3F-42B5-8DD0-597EF3A06950}"/>
    <pc:docChg chg="custSel addSld modSld">
      <pc:chgData name="Jacob Higgins" userId="2b5583e7-cd99-4b95-83ae-eb40a98abde0" providerId="ADAL" clId="{385548B9-CA3F-42B5-8DD0-597EF3A06950}" dt="2025-03-31T19:03:07.844" v="36" actId="5736"/>
      <pc:docMkLst>
        <pc:docMk/>
      </pc:docMkLst>
      <pc:sldChg chg="addSp delSp modSp new mod setBg">
        <pc:chgData name="Jacob Higgins" userId="2b5583e7-cd99-4b95-83ae-eb40a98abde0" providerId="ADAL" clId="{385548B9-CA3F-42B5-8DD0-597EF3A06950}" dt="2025-03-22T18:42:40.588" v="13" actId="26606"/>
        <pc:sldMkLst>
          <pc:docMk/>
          <pc:sldMk cId="3305503609" sldId="258"/>
        </pc:sldMkLst>
        <pc:picChg chg="add mod">
          <ac:chgData name="Jacob Higgins" userId="2b5583e7-cd99-4b95-83ae-eb40a98abde0" providerId="ADAL" clId="{385548B9-CA3F-42B5-8DD0-597EF3A06950}" dt="2025-03-22T18:42:40.588" v="13" actId="26606"/>
          <ac:picMkLst>
            <pc:docMk/>
            <pc:sldMk cId="3305503609" sldId="258"/>
            <ac:picMk id="5" creationId="{95D40B49-A4DF-3761-9DEC-6981D10159CF}"/>
          </ac:picMkLst>
        </pc:picChg>
      </pc:sldChg>
      <pc:sldChg chg="addSp delSp modSp new mod setBg">
        <pc:chgData name="Jacob Higgins" userId="2b5583e7-cd99-4b95-83ae-eb40a98abde0" providerId="ADAL" clId="{385548B9-CA3F-42B5-8DD0-597EF3A06950}" dt="2025-03-22T18:42:38.254" v="12" actId="26606"/>
        <pc:sldMkLst>
          <pc:docMk/>
          <pc:sldMk cId="2161255576" sldId="259"/>
        </pc:sldMkLst>
        <pc:picChg chg="add mod">
          <ac:chgData name="Jacob Higgins" userId="2b5583e7-cd99-4b95-83ae-eb40a98abde0" providerId="ADAL" clId="{385548B9-CA3F-42B5-8DD0-597EF3A06950}" dt="2025-03-22T18:42:38.254" v="12" actId="26606"/>
          <ac:picMkLst>
            <pc:docMk/>
            <pc:sldMk cId="2161255576" sldId="259"/>
            <ac:picMk id="5" creationId="{EB112811-B747-A9BD-CB61-E475F6F6ED38}"/>
          </ac:picMkLst>
        </pc:picChg>
      </pc:sldChg>
      <pc:sldChg chg="addSp new mod">
        <pc:chgData name="Jacob Higgins" userId="2b5583e7-cd99-4b95-83ae-eb40a98abde0" providerId="ADAL" clId="{385548B9-CA3F-42B5-8DD0-597EF3A06950}" dt="2025-03-25T17:56:27.319" v="15" actId="22"/>
        <pc:sldMkLst>
          <pc:docMk/>
          <pc:sldMk cId="3398735133" sldId="260"/>
        </pc:sldMkLst>
        <pc:picChg chg="add">
          <ac:chgData name="Jacob Higgins" userId="2b5583e7-cd99-4b95-83ae-eb40a98abde0" providerId="ADAL" clId="{385548B9-CA3F-42B5-8DD0-597EF3A06950}" dt="2025-03-25T17:56:27.319" v="15" actId="22"/>
          <ac:picMkLst>
            <pc:docMk/>
            <pc:sldMk cId="3398735133" sldId="260"/>
            <ac:picMk id="5" creationId="{15282487-E1AE-A433-8A92-18CC12523895}"/>
          </ac:picMkLst>
        </pc:picChg>
      </pc:sldChg>
      <pc:sldChg chg="addSp delSp modSp new mod">
        <pc:chgData name="Jacob Higgins" userId="2b5583e7-cd99-4b95-83ae-eb40a98abde0" providerId="ADAL" clId="{385548B9-CA3F-42B5-8DD0-597EF3A06950}" dt="2025-03-26T19:53:44.957" v="20" actId="1076"/>
        <pc:sldMkLst>
          <pc:docMk/>
          <pc:sldMk cId="3673674803" sldId="261"/>
        </pc:sldMkLst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4" creationId="{369B2012-8F48-E880-2EC4-9A3F5187C7BB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7" creationId="{3EE69CC4-5BC7-EDA9-2119-5E7ED3C657F8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12" creationId="{023CB591-D49A-2620-BFD3-869AF8979ACB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27" creationId="{7757D102-918B-1048-0BD8-A69AA723A733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28" creationId="{DC03705C-7E64-2BA6-59C0-E481B0A1FF4B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32" creationId="{19415093-F428-B3BF-F875-90002EEB2AED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33" creationId="{9F783333-9280-3259-89DF-323009F5C3FA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41" creationId="{8621C967-7709-C6E6-47C0-CC88EDC3A4B8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59" creationId="{AD411C8F-618E-BA37-A07E-E9D96D567FE6}"/>
          </ac:spMkLst>
        </pc:spChg>
        <pc:spChg chg="add mod">
          <ac:chgData name="Jacob Higgins" userId="2b5583e7-cd99-4b95-83ae-eb40a98abde0" providerId="ADAL" clId="{385548B9-CA3F-42B5-8DD0-597EF3A06950}" dt="2025-03-26T19:53:44.957" v="20" actId="1076"/>
          <ac:spMkLst>
            <pc:docMk/>
            <pc:sldMk cId="3673674803" sldId="261"/>
            <ac:spMk id="68" creationId="{BFB4FDBC-06EA-59DD-9592-E3795DC9AC2E}"/>
          </ac:spMkLst>
        </pc:spChg>
      </pc:sldChg>
      <pc:sldChg chg="addSp delSp modSp mod">
        <pc:chgData name="Jacob Higgins" userId="2b5583e7-cd99-4b95-83ae-eb40a98abde0" providerId="ADAL" clId="{385548B9-CA3F-42B5-8DD0-597EF3A06950}" dt="2025-03-31T10:46:17.063" v="30" actId="164"/>
        <pc:sldMkLst>
          <pc:docMk/>
          <pc:sldMk cId="1301869987" sldId="263"/>
        </pc:sldMkLst>
        <pc:spChg chg="mod">
          <ac:chgData name="Jacob Higgins" userId="2b5583e7-cd99-4b95-83ae-eb40a98abde0" providerId="ADAL" clId="{385548B9-CA3F-42B5-8DD0-597EF3A06950}" dt="2025-03-31T10:45:26.258" v="21" actId="165"/>
          <ac:spMkLst>
            <pc:docMk/>
            <pc:sldMk cId="1301869987" sldId="263"/>
            <ac:spMk id="6" creationId="{22647D1A-D0CE-A3E8-4E89-F77CAB9A98A5}"/>
          </ac:spMkLst>
        </pc:spChg>
        <pc:spChg chg="mod">
          <ac:chgData name="Jacob Higgins" userId="2b5583e7-cd99-4b95-83ae-eb40a98abde0" providerId="ADAL" clId="{385548B9-CA3F-42B5-8DD0-597EF3A06950}" dt="2025-03-31T10:45:26.258" v="21" actId="165"/>
          <ac:spMkLst>
            <pc:docMk/>
            <pc:sldMk cId="1301869987" sldId="263"/>
            <ac:spMk id="7" creationId="{D0DFE88C-AF96-2A7A-5289-3B2BE9EB7624}"/>
          </ac:spMkLst>
        </pc:spChg>
        <pc:spChg chg="mod">
          <ac:chgData name="Jacob Higgins" userId="2b5583e7-cd99-4b95-83ae-eb40a98abde0" providerId="ADAL" clId="{385548B9-CA3F-42B5-8DD0-597EF3A06950}" dt="2025-03-31T10:45:26.258" v="21" actId="165"/>
          <ac:spMkLst>
            <pc:docMk/>
            <pc:sldMk cId="1301869987" sldId="263"/>
            <ac:spMk id="8" creationId="{AD12CDAC-6F5B-C2B7-7415-64E3BAC2BA0B}"/>
          </ac:spMkLst>
        </pc:spChg>
        <pc:spChg chg="mod">
          <ac:chgData name="Jacob Higgins" userId="2b5583e7-cd99-4b95-83ae-eb40a98abde0" providerId="ADAL" clId="{385548B9-CA3F-42B5-8DD0-597EF3A06950}" dt="2025-03-31T10:45:26.258" v="21" actId="165"/>
          <ac:spMkLst>
            <pc:docMk/>
            <pc:sldMk cId="1301869987" sldId="263"/>
            <ac:spMk id="9" creationId="{CF79C949-1BDE-3AAF-E881-02E1115B6F04}"/>
          </ac:spMkLst>
        </pc:spChg>
        <pc:spChg chg="mod">
          <ac:chgData name="Jacob Higgins" userId="2b5583e7-cd99-4b95-83ae-eb40a98abde0" providerId="ADAL" clId="{385548B9-CA3F-42B5-8DD0-597EF3A06950}" dt="2025-03-31T10:46:01.107" v="27" actId="1076"/>
          <ac:spMkLst>
            <pc:docMk/>
            <pc:sldMk cId="1301869987" sldId="263"/>
            <ac:spMk id="14" creationId="{F7BEEF8F-9B42-88CE-8069-DFCCC52C177F}"/>
          </ac:spMkLst>
        </pc:spChg>
        <pc:spChg chg="mod">
          <ac:chgData name="Jacob Higgins" userId="2b5583e7-cd99-4b95-83ae-eb40a98abde0" providerId="ADAL" clId="{385548B9-CA3F-42B5-8DD0-597EF3A06950}" dt="2025-03-31T10:45:49.834" v="25" actId="1076"/>
          <ac:spMkLst>
            <pc:docMk/>
            <pc:sldMk cId="1301869987" sldId="263"/>
            <ac:spMk id="16" creationId="{D202B77C-CC7E-0DE7-ED19-F99DB5FC95B0}"/>
          </ac:spMkLst>
        </pc:spChg>
        <pc:spChg chg="mod topLvl">
          <ac:chgData name="Jacob Higgins" userId="2b5583e7-cd99-4b95-83ae-eb40a98abde0" providerId="ADAL" clId="{385548B9-CA3F-42B5-8DD0-597EF3A06950}" dt="2025-03-31T10:46:17.063" v="30" actId="164"/>
          <ac:spMkLst>
            <pc:docMk/>
            <pc:sldMk cId="1301869987" sldId="263"/>
            <ac:spMk id="20" creationId="{E3EEBC8E-6FD5-641E-E343-904A06CBB557}"/>
          </ac:spMkLst>
        </pc:spChg>
        <pc:grpChg chg="mod topLvl">
          <ac:chgData name="Jacob Higgins" userId="2b5583e7-cd99-4b95-83ae-eb40a98abde0" providerId="ADAL" clId="{385548B9-CA3F-42B5-8DD0-597EF3A06950}" dt="2025-03-31T10:46:17.063" v="30" actId="164"/>
          <ac:grpSpMkLst>
            <pc:docMk/>
            <pc:sldMk cId="1301869987" sldId="263"/>
            <ac:grpSpMk id="17" creationId="{899A58CC-ACF7-3120-01D2-9E999E5BACB2}"/>
          </ac:grpSpMkLst>
        </pc:grpChg>
        <pc:grpChg chg="del">
          <ac:chgData name="Jacob Higgins" userId="2b5583e7-cd99-4b95-83ae-eb40a98abde0" providerId="ADAL" clId="{385548B9-CA3F-42B5-8DD0-597EF3A06950}" dt="2025-03-31T10:45:26.258" v="21" actId="165"/>
          <ac:grpSpMkLst>
            <pc:docMk/>
            <pc:sldMk cId="1301869987" sldId="263"/>
            <ac:grpSpMk id="22" creationId="{2195E957-1D4F-FB5B-F289-286C411F5900}"/>
          </ac:grpSpMkLst>
        </pc:grpChg>
        <pc:grpChg chg="add mod">
          <ac:chgData name="Jacob Higgins" userId="2b5583e7-cd99-4b95-83ae-eb40a98abde0" providerId="ADAL" clId="{385548B9-CA3F-42B5-8DD0-597EF3A06950}" dt="2025-03-31T10:46:17.063" v="30" actId="164"/>
          <ac:grpSpMkLst>
            <pc:docMk/>
            <pc:sldMk cId="1301869987" sldId="263"/>
            <ac:grpSpMk id="37" creationId="{40595A4E-1683-BE8A-EB70-DD10E0AE34EA}"/>
          </ac:grpSpMkLst>
        </pc:grpChg>
        <pc:picChg chg="mod">
          <ac:chgData name="Jacob Higgins" userId="2b5583e7-cd99-4b95-83ae-eb40a98abde0" providerId="ADAL" clId="{385548B9-CA3F-42B5-8DD0-597EF3A06950}" dt="2025-03-31T10:45:26.258" v="21" actId="165"/>
          <ac:picMkLst>
            <pc:docMk/>
            <pc:sldMk cId="1301869987" sldId="263"/>
            <ac:picMk id="4" creationId="{9F6A4688-0EFC-8E61-4191-C11F0551D834}"/>
          </ac:picMkLst>
        </pc:picChg>
        <pc:cxnChg chg="mod">
          <ac:chgData name="Jacob Higgins" userId="2b5583e7-cd99-4b95-83ae-eb40a98abde0" providerId="ADAL" clId="{385548B9-CA3F-42B5-8DD0-597EF3A06950}" dt="2025-03-31T10:45:55.546" v="26" actId="14100"/>
          <ac:cxnSpMkLst>
            <pc:docMk/>
            <pc:sldMk cId="1301869987" sldId="263"/>
            <ac:cxnSpMk id="13" creationId="{1C271CC9-7C5B-DA75-F397-A12CA060A32F}"/>
          </ac:cxnSpMkLst>
        </pc:cxnChg>
        <pc:cxnChg chg="mod">
          <ac:chgData name="Jacob Higgins" userId="2b5583e7-cd99-4b95-83ae-eb40a98abde0" providerId="ADAL" clId="{385548B9-CA3F-42B5-8DD0-597EF3A06950}" dt="2025-03-31T10:46:09.469" v="29" actId="14100"/>
          <ac:cxnSpMkLst>
            <pc:docMk/>
            <pc:sldMk cId="1301869987" sldId="263"/>
            <ac:cxnSpMk id="15" creationId="{9A524339-209D-DF78-073F-D9A1BA05DD79}"/>
          </ac:cxnSpMkLst>
        </pc:cxnChg>
        <pc:cxnChg chg="mod">
          <ac:chgData name="Jacob Higgins" userId="2b5583e7-cd99-4b95-83ae-eb40a98abde0" providerId="ADAL" clId="{385548B9-CA3F-42B5-8DD0-597EF3A06950}" dt="2025-03-31T10:46:17.063" v="30" actId="164"/>
          <ac:cxnSpMkLst>
            <pc:docMk/>
            <pc:sldMk cId="1301869987" sldId="263"/>
            <ac:cxnSpMk id="19" creationId="{A7AE48C5-9B2F-B34B-672F-FAAC99CE389A}"/>
          </ac:cxnSpMkLst>
        </pc:cxnChg>
      </pc:sldChg>
      <pc:sldChg chg="addSp delSp modSp new mod">
        <pc:chgData name="Jacob Higgins" userId="2b5583e7-cd99-4b95-83ae-eb40a98abde0" providerId="ADAL" clId="{385548B9-CA3F-42B5-8DD0-597EF3A06950}" dt="2025-03-31T19:03:07.844" v="36" actId="5736"/>
        <pc:sldMkLst>
          <pc:docMk/>
          <pc:sldMk cId="2334833012" sldId="264"/>
        </pc:sldMkLst>
        <pc:spChg chg="del">
          <ac:chgData name="Jacob Higgins" userId="2b5583e7-cd99-4b95-83ae-eb40a98abde0" providerId="ADAL" clId="{385548B9-CA3F-42B5-8DD0-597EF3A06950}" dt="2025-03-31T19:02:18.642" v="32" actId="478"/>
          <ac:spMkLst>
            <pc:docMk/>
            <pc:sldMk cId="2334833012" sldId="264"/>
            <ac:spMk id="2" creationId="{8CA770E5-800E-3B22-E316-9317660915DE}"/>
          </ac:spMkLst>
        </pc:spChg>
        <pc:spChg chg="del">
          <ac:chgData name="Jacob Higgins" userId="2b5583e7-cd99-4b95-83ae-eb40a98abde0" providerId="ADAL" clId="{385548B9-CA3F-42B5-8DD0-597EF3A06950}" dt="2025-03-31T19:02:20.085" v="33" actId="478"/>
          <ac:spMkLst>
            <pc:docMk/>
            <pc:sldMk cId="2334833012" sldId="264"/>
            <ac:spMk id="3" creationId="{7D23A331-21E7-82E6-51C9-AA3000302BA6}"/>
          </ac:spMkLst>
        </pc:spChg>
        <pc:graphicFrameChg chg="add mod">
          <ac:chgData name="Jacob Higgins" userId="2b5583e7-cd99-4b95-83ae-eb40a98abde0" providerId="ADAL" clId="{385548B9-CA3F-42B5-8DD0-597EF3A06950}" dt="2025-03-31T19:03:07.844" v="36" actId="5736"/>
          <ac:graphicFrameMkLst>
            <pc:docMk/>
            <pc:sldMk cId="2334833012" sldId="264"/>
            <ac:graphicFrameMk id="4" creationId="{E6076327-0D55-4E2F-2A2E-008F7DD28CAE}"/>
          </ac:graphicFrameMkLst>
        </pc:graphicFrameChg>
      </pc:sldChg>
    </pc:docChg>
  </pc:docChgLst>
  <pc:docChgLst>
    <pc:chgData name="Jacob Higgins" userId="2b5583e7-cd99-4b95-83ae-eb40a98abde0" providerId="ADAL" clId="{5EFAD8F4-6336-456E-9654-36721D58C357}"/>
    <pc:docChg chg="undo custSel addSld modSld">
      <pc:chgData name="Jacob Higgins" userId="2b5583e7-cd99-4b95-83ae-eb40a98abde0" providerId="ADAL" clId="{5EFAD8F4-6336-456E-9654-36721D58C357}" dt="2025-04-02T08:07:48.784" v="1520" actId="164"/>
      <pc:docMkLst>
        <pc:docMk/>
      </pc:docMkLst>
      <pc:sldChg chg="modSp mod">
        <pc:chgData name="Jacob Higgins" userId="2b5583e7-cd99-4b95-83ae-eb40a98abde0" providerId="ADAL" clId="{5EFAD8F4-6336-456E-9654-36721D58C357}" dt="2025-03-17T21:41:52.746" v="33" actId="1076"/>
        <pc:sldMkLst>
          <pc:docMk/>
          <pc:sldMk cId="3065931188" sldId="256"/>
        </pc:sldMkLst>
        <pc:spChg chg="mod">
          <ac:chgData name="Jacob Higgins" userId="2b5583e7-cd99-4b95-83ae-eb40a98abde0" providerId="ADAL" clId="{5EFAD8F4-6336-456E-9654-36721D58C357}" dt="2025-03-17T21:41:52.746" v="33" actId="1076"/>
          <ac:spMkLst>
            <pc:docMk/>
            <pc:sldMk cId="3065931188" sldId="256"/>
            <ac:spMk id="113" creationId="{35E3FD40-EEDE-3F80-394D-AD41BF17BC97}"/>
          </ac:spMkLst>
        </pc:spChg>
        <pc:spChg chg="mod">
          <ac:chgData name="Jacob Higgins" userId="2b5583e7-cd99-4b95-83ae-eb40a98abde0" providerId="ADAL" clId="{5EFAD8F4-6336-456E-9654-36721D58C357}" dt="2025-03-17T21:40:46.179" v="3" actId="1076"/>
          <ac:spMkLst>
            <pc:docMk/>
            <pc:sldMk cId="3065931188" sldId="256"/>
            <ac:spMk id="170" creationId="{AEC30843-A418-0E32-1804-5F1032AFCEBF}"/>
          </ac:spMkLst>
        </pc:spChg>
        <pc:spChg chg="mod">
          <ac:chgData name="Jacob Higgins" userId="2b5583e7-cd99-4b95-83ae-eb40a98abde0" providerId="ADAL" clId="{5EFAD8F4-6336-456E-9654-36721D58C357}" dt="2025-03-17T21:41:43.746" v="32" actId="1076"/>
          <ac:spMkLst>
            <pc:docMk/>
            <pc:sldMk cId="3065931188" sldId="256"/>
            <ac:spMk id="209" creationId="{81252872-DE75-FDA3-A1A6-153BC1F392EC}"/>
          </ac:spMkLst>
        </pc:spChg>
        <pc:spChg chg="mod">
          <ac:chgData name="Jacob Higgins" userId="2b5583e7-cd99-4b95-83ae-eb40a98abde0" providerId="ADAL" clId="{5EFAD8F4-6336-456E-9654-36721D58C357}" dt="2025-03-17T21:41:03.055" v="5" actId="1076"/>
          <ac:spMkLst>
            <pc:docMk/>
            <pc:sldMk cId="3065931188" sldId="256"/>
            <ac:spMk id="210" creationId="{2C3C8F52-FDF0-E85F-ECF4-7D53664674C9}"/>
          </ac:spMkLst>
        </pc:spChg>
        <pc:spChg chg="mod">
          <ac:chgData name="Jacob Higgins" userId="2b5583e7-cd99-4b95-83ae-eb40a98abde0" providerId="ADAL" clId="{5EFAD8F4-6336-456E-9654-36721D58C357}" dt="2025-03-17T21:41:31.211" v="30" actId="6549"/>
          <ac:spMkLst>
            <pc:docMk/>
            <pc:sldMk cId="3065931188" sldId="256"/>
            <ac:spMk id="211" creationId="{0B160A29-864A-2E6B-7B6A-94A6FC767192}"/>
          </ac:spMkLst>
        </pc:spChg>
        <pc:spChg chg="mod">
          <ac:chgData name="Jacob Higgins" userId="2b5583e7-cd99-4b95-83ae-eb40a98abde0" providerId="ADAL" clId="{5EFAD8F4-6336-456E-9654-36721D58C357}" dt="2025-03-17T21:41:25.539" v="28" actId="20577"/>
          <ac:spMkLst>
            <pc:docMk/>
            <pc:sldMk cId="3065931188" sldId="256"/>
            <ac:spMk id="233" creationId="{925DEBE4-FCC2-C870-826F-8CB62538109B}"/>
          </ac:spMkLst>
        </pc:spChg>
        <pc:spChg chg="mod">
          <ac:chgData name="Jacob Higgins" userId="2b5583e7-cd99-4b95-83ae-eb40a98abde0" providerId="ADAL" clId="{5EFAD8F4-6336-456E-9654-36721D58C357}" dt="2025-03-17T21:41:39.407" v="31" actId="1076"/>
          <ac:spMkLst>
            <pc:docMk/>
            <pc:sldMk cId="3065931188" sldId="256"/>
            <ac:spMk id="256" creationId="{DC9B3FC4-8336-55AF-9F70-87317C02BB32}"/>
          </ac:spMkLst>
        </pc:spChg>
      </pc:sldChg>
      <pc:sldChg chg="addSp delSp modSp mod">
        <pc:chgData name="Jacob Higgins" userId="2b5583e7-cd99-4b95-83ae-eb40a98abde0" providerId="ADAL" clId="{5EFAD8F4-6336-456E-9654-36721D58C357}" dt="2025-03-17T21:42:20.890" v="38" actId="164"/>
        <pc:sldMkLst>
          <pc:docMk/>
          <pc:sldMk cId="1710589266" sldId="257"/>
        </pc:sldMkLst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3" creationId="{53197256-D4F7-31A1-1C06-6CCBE0CCB986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7" creationId="{BC7AC36C-56A6-385B-0BEB-262C4F946C25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15" creationId="{082C77B0-7E33-F8DB-7166-AACEAC334C28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21" creationId="{070A8DAD-8DB3-26B1-F170-D2F8275FEE4F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23" creationId="{B008AB74-E40B-2C41-8781-37D605C41ABB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26" creationId="{4B216294-E2FD-DB34-7E9C-FEF77786063B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29" creationId="{D1242D10-F3A5-7653-91BE-9B208ED515BF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41" creationId="{C275DE06-5F42-4247-49A2-D58FEE50E72C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54" creationId="{4BBE45A6-AE58-157B-D9D8-4AC162F74AF1}"/>
          </ac:spMkLst>
        </pc:spChg>
        <pc:spChg chg="add mod">
          <ac:chgData name="Jacob Higgins" userId="2b5583e7-cd99-4b95-83ae-eb40a98abde0" providerId="ADAL" clId="{5EFAD8F4-6336-456E-9654-36721D58C357}" dt="2025-03-17T21:42:20.890" v="38" actId="164"/>
          <ac:spMkLst>
            <pc:docMk/>
            <pc:sldMk cId="1710589266" sldId="257"/>
            <ac:spMk id="59" creationId="{4C219BBE-46EC-8699-DC6D-9A2984189FED}"/>
          </ac:spMkLst>
        </pc:spChg>
      </pc:sldChg>
      <pc:sldChg chg="addSp delSp modSp new mod">
        <pc:chgData name="Jacob Higgins" userId="2b5583e7-cd99-4b95-83ae-eb40a98abde0" providerId="ADAL" clId="{5EFAD8F4-6336-456E-9654-36721D58C357}" dt="2025-03-31T04:07:43.738" v="1164" actId="732"/>
        <pc:sldMkLst>
          <pc:docMk/>
          <pc:sldMk cId="2045546737" sldId="262"/>
        </pc:sldMkLst>
        <pc:spChg chg="add mod">
          <ac:chgData name="Jacob Higgins" userId="2b5583e7-cd99-4b95-83ae-eb40a98abde0" providerId="ADAL" clId="{5EFAD8F4-6336-456E-9654-36721D58C357}" dt="2025-03-31T03:46:33.461" v="102" actId="2085"/>
          <ac:spMkLst>
            <pc:docMk/>
            <pc:sldMk cId="2045546737" sldId="262"/>
            <ac:spMk id="13" creationId="{C3619E26-F129-4432-A2A8-895127833314}"/>
          </ac:spMkLst>
        </pc:spChg>
        <pc:spChg chg="add mod">
          <ac:chgData name="Jacob Higgins" userId="2b5583e7-cd99-4b95-83ae-eb40a98abde0" providerId="ADAL" clId="{5EFAD8F4-6336-456E-9654-36721D58C357}" dt="2025-03-31T03:46:40.390" v="103" actId="1076"/>
          <ac:spMkLst>
            <pc:docMk/>
            <pc:sldMk cId="2045546737" sldId="262"/>
            <ac:spMk id="14" creationId="{1ECC83FE-2C15-9AAA-6F9E-A9077F5E8C51}"/>
          </ac:spMkLst>
        </pc:spChg>
        <pc:spChg chg="add mod">
          <ac:chgData name="Jacob Higgins" userId="2b5583e7-cd99-4b95-83ae-eb40a98abde0" providerId="ADAL" clId="{5EFAD8F4-6336-456E-9654-36721D58C357}" dt="2025-03-31T04:05:29.807" v="1110" actId="207"/>
          <ac:spMkLst>
            <pc:docMk/>
            <pc:sldMk cId="2045546737" sldId="262"/>
            <ac:spMk id="18" creationId="{928A5441-CFA0-D3ED-BC38-7B70B78ED2F2}"/>
          </ac:spMkLst>
        </pc:spChg>
        <pc:spChg chg="add mod">
          <ac:chgData name="Jacob Higgins" userId="2b5583e7-cd99-4b95-83ae-eb40a98abde0" providerId="ADAL" clId="{5EFAD8F4-6336-456E-9654-36721D58C357}" dt="2025-03-31T04:05:36.155" v="1111" actId="207"/>
          <ac:spMkLst>
            <pc:docMk/>
            <pc:sldMk cId="2045546737" sldId="262"/>
            <ac:spMk id="23" creationId="{198725F5-1DC1-019C-CFA2-E72662592343}"/>
          </ac:spMkLst>
        </pc:spChg>
        <pc:spChg chg="add mod">
          <ac:chgData name="Jacob Higgins" userId="2b5583e7-cd99-4b95-83ae-eb40a98abde0" providerId="ADAL" clId="{5EFAD8F4-6336-456E-9654-36721D58C357}" dt="2025-03-31T04:06:30.763" v="1139" actId="1076"/>
          <ac:spMkLst>
            <pc:docMk/>
            <pc:sldMk cId="2045546737" sldId="262"/>
            <ac:spMk id="46" creationId="{693C57E6-C768-A9E8-E4E4-1A527F3CCF20}"/>
          </ac:spMkLst>
        </pc:spChg>
        <pc:spChg chg="add mod">
          <ac:chgData name="Jacob Higgins" userId="2b5583e7-cd99-4b95-83ae-eb40a98abde0" providerId="ADAL" clId="{5EFAD8F4-6336-456E-9654-36721D58C357}" dt="2025-03-31T04:07:07.030" v="1159" actId="1076"/>
          <ac:spMkLst>
            <pc:docMk/>
            <pc:sldMk cId="2045546737" sldId="262"/>
            <ac:spMk id="49" creationId="{45461048-762C-5592-6984-37D8245096C9}"/>
          </ac:spMkLst>
        </pc:spChg>
        <pc:picChg chg="add mod ord modCrop">
          <ac:chgData name="Jacob Higgins" userId="2b5583e7-cd99-4b95-83ae-eb40a98abde0" providerId="ADAL" clId="{5EFAD8F4-6336-456E-9654-36721D58C357}" dt="2025-03-31T04:07:43.738" v="1164" actId="732"/>
          <ac:picMkLst>
            <pc:docMk/>
            <pc:sldMk cId="2045546737" sldId="262"/>
            <ac:picMk id="21" creationId="{B08CAAB5-5886-1573-E267-3A2C3F90E161}"/>
          </ac:picMkLst>
        </pc:picChg>
        <pc:cxnChg chg="add mod ord">
          <ac:chgData name="Jacob Higgins" userId="2b5583e7-cd99-4b95-83ae-eb40a98abde0" providerId="ADAL" clId="{5EFAD8F4-6336-456E-9654-36721D58C357}" dt="2025-03-31T04:02:32.637" v="1088" actId="693"/>
          <ac:cxnSpMkLst>
            <pc:docMk/>
            <pc:sldMk cId="2045546737" sldId="262"/>
            <ac:cxnSpMk id="25" creationId="{F8BC9A6A-3E20-336C-67C2-50E6D87AE993}"/>
          </ac:cxnSpMkLst>
        </pc:cxnChg>
        <pc:cxnChg chg="add mod">
          <ac:chgData name="Jacob Higgins" userId="2b5583e7-cd99-4b95-83ae-eb40a98abde0" providerId="ADAL" clId="{5EFAD8F4-6336-456E-9654-36721D58C357}" dt="2025-03-31T04:02:17.246" v="1087" actId="693"/>
          <ac:cxnSpMkLst>
            <pc:docMk/>
            <pc:sldMk cId="2045546737" sldId="262"/>
            <ac:cxnSpMk id="31" creationId="{19CDAFCE-ADBB-8A0E-B467-3F200910C73C}"/>
          </ac:cxnSpMkLst>
        </pc:cxnChg>
        <pc:cxnChg chg="add mod">
          <ac:chgData name="Jacob Higgins" userId="2b5583e7-cd99-4b95-83ae-eb40a98abde0" providerId="ADAL" clId="{5EFAD8F4-6336-456E-9654-36721D58C357}" dt="2025-03-31T04:03:10.709" v="1092" actId="1076"/>
          <ac:cxnSpMkLst>
            <pc:docMk/>
            <pc:sldMk cId="2045546737" sldId="262"/>
            <ac:cxnSpMk id="34" creationId="{A3624F02-4645-0424-57BB-C1A94C93E4D9}"/>
          </ac:cxnSpMkLst>
        </pc:cxnChg>
        <pc:cxnChg chg="add mod">
          <ac:chgData name="Jacob Higgins" userId="2b5583e7-cd99-4b95-83ae-eb40a98abde0" providerId="ADAL" clId="{5EFAD8F4-6336-456E-9654-36721D58C357}" dt="2025-03-31T04:04:55.966" v="1107" actId="14100"/>
          <ac:cxnSpMkLst>
            <pc:docMk/>
            <pc:sldMk cId="2045546737" sldId="262"/>
            <ac:cxnSpMk id="36" creationId="{C8605E35-F7F3-8A44-526D-60DFCF436EF3}"/>
          </ac:cxnSpMkLst>
        </pc:cxnChg>
        <pc:cxnChg chg="add mod">
          <ac:chgData name="Jacob Higgins" userId="2b5583e7-cd99-4b95-83ae-eb40a98abde0" providerId="ADAL" clId="{5EFAD8F4-6336-456E-9654-36721D58C357}" dt="2025-03-31T04:05:59.107" v="1116" actId="13822"/>
          <ac:cxnSpMkLst>
            <pc:docMk/>
            <pc:sldMk cId="2045546737" sldId="262"/>
            <ac:cxnSpMk id="44" creationId="{2D616B16-374E-C9FE-0844-F99A930696F9}"/>
          </ac:cxnSpMkLst>
        </pc:cxnChg>
        <pc:cxnChg chg="add mod">
          <ac:chgData name="Jacob Higgins" userId="2b5583e7-cd99-4b95-83ae-eb40a98abde0" providerId="ADAL" clId="{5EFAD8F4-6336-456E-9654-36721D58C357}" dt="2025-03-31T04:07:17.709" v="1160" actId="14100"/>
          <ac:cxnSpMkLst>
            <pc:docMk/>
            <pc:sldMk cId="2045546737" sldId="262"/>
            <ac:cxnSpMk id="47" creationId="{B9D788BC-A44C-F8B3-95FC-1369AB902C1A}"/>
          </ac:cxnSpMkLst>
        </pc:cxnChg>
      </pc:sldChg>
      <pc:sldChg chg="addSp delSp modSp new mod">
        <pc:chgData name="Jacob Higgins" userId="2b5583e7-cd99-4b95-83ae-eb40a98abde0" providerId="ADAL" clId="{5EFAD8F4-6336-456E-9654-36721D58C357}" dt="2025-03-31T04:10:53.947" v="1202" actId="164"/>
        <pc:sldMkLst>
          <pc:docMk/>
          <pc:sldMk cId="1301869987" sldId="263"/>
        </pc:sldMkLst>
        <pc:spChg chg="add mod">
          <ac:chgData name="Jacob Higgins" userId="2b5583e7-cd99-4b95-83ae-eb40a98abde0" providerId="ADAL" clId="{5EFAD8F4-6336-456E-9654-36721D58C357}" dt="2025-03-31T04:10:49.146" v="1201" actId="164"/>
          <ac:spMkLst>
            <pc:docMk/>
            <pc:sldMk cId="1301869987" sldId="263"/>
            <ac:spMk id="6" creationId="{22647D1A-D0CE-A3E8-4E89-F77CAB9A98A5}"/>
          </ac:spMkLst>
        </pc:spChg>
        <pc:spChg chg="add mod">
          <ac:chgData name="Jacob Higgins" userId="2b5583e7-cd99-4b95-83ae-eb40a98abde0" providerId="ADAL" clId="{5EFAD8F4-6336-456E-9654-36721D58C357}" dt="2025-03-31T04:10:49.146" v="1201" actId="164"/>
          <ac:spMkLst>
            <pc:docMk/>
            <pc:sldMk cId="1301869987" sldId="263"/>
            <ac:spMk id="7" creationId="{D0DFE88C-AF96-2A7A-5289-3B2BE9EB7624}"/>
          </ac:spMkLst>
        </pc:spChg>
        <pc:spChg chg="add mod">
          <ac:chgData name="Jacob Higgins" userId="2b5583e7-cd99-4b95-83ae-eb40a98abde0" providerId="ADAL" clId="{5EFAD8F4-6336-456E-9654-36721D58C357}" dt="2025-03-31T04:10:49.146" v="1201" actId="164"/>
          <ac:spMkLst>
            <pc:docMk/>
            <pc:sldMk cId="1301869987" sldId="263"/>
            <ac:spMk id="8" creationId="{AD12CDAC-6F5B-C2B7-7415-64E3BAC2BA0B}"/>
          </ac:spMkLst>
        </pc:spChg>
        <pc:spChg chg="add mod">
          <ac:chgData name="Jacob Higgins" userId="2b5583e7-cd99-4b95-83ae-eb40a98abde0" providerId="ADAL" clId="{5EFAD8F4-6336-456E-9654-36721D58C357}" dt="2025-03-31T04:10:49.146" v="1201" actId="164"/>
          <ac:spMkLst>
            <pc:docMk/>
            <pc:sldMk cId="1301869987" sldId="263"/>
            <ac:spMk id="9" creationId="{CF79C949-1BDE-3AAF-E881-02E1115B6F04}"/>
          </ac:spMkLst>
        </pc:spChg>
        <pc:spChg chg="add mod">
          <ac:chgData name="Jacob Higgins" userId="2b5583e7-cd99-4b95-83ae-eb40a98abde0" providerId="ADAL" clId="{5EFAD8F4-6336-456E-9654-36721D58C357}" dt="2025-03-31T04:10:49.146" v="1201" actId="164"/>
          <ac:spMkLst>
            <pc:docMk/>
            <pc:sldMk cId="1301869987" sldId="263"/>
            <ac:spMk id="14" creationId="{F7BEEF8F-9B42-88CE-8069-DFCCC52C177F}"/>
          </ac:spMkLst>
        </pc:spChg>
        <pc:spChg chg="add mod">
          <ac:chgData name="Jacob Higgins" userId="2b5583e7-cd99-4b95-83ae-eb40a98abde0" providerId="ADAL" clId="{5EFAD8F4-6336-456E-9654-36721D58C357}" dt="2025-03-31T04:10:49.146" v="1201" actId="164"/>
          <ac:spMkLst>
            <pc:docMk/>
            <pc:sldMk cId="1301869987" sldId="263"/>
            <ac:spMk id="16" creationId="{D202B77C-CC7E-0DE7-ED19-F99DB5FC95B0}"/>
          </ac:spMkLst>
        </pc:spChg>
        <pc:spChg chg="add mod">
          <ac:chgData name="Jacob Higgins" userId="2b5583e7-cd99-4b95-83ae-eb40a98abde0" providerId="ADAL" clId="{5EFAD8F4-6336-456E-9654-36721D58C357}" dt="2025-03-31T04:10:53.947" v="1202" actId="164"/>
          <ac:spMkLst>
            <pc:docMk/>
            <pc:sldMk cId="1301869987" sldId="263"/>
            <ac:spMk id="20" creationId="{E3EEBC8E-6FD5-641E-E343-904A06CBB557}"/>
          </ac:spMkLst>
        </pc:spChg>
        <pc:grpChg chg="add mod">
          <ac:chgData name="Jacob Higgins" userId="2b5583e7-cd99-4b95-83ae-eb40a98abde0" providerId="ADAL" clId="{5EFAD8F4-6336-456E-9654-36721D58C357}" dt="2025-03-31T04:10:53.947" v="1202" actId="164"/>
          <ac:grpSpMkLst>
            <pc:docMk/>
            <pc:sldMk cId="1301869987" sldId="263"/>
            <ac:grpSpMk id="17" creationId="{899A58CC-ACF7-3120-01D2-9E999E5BACB2}"/>
          </ac:grpSpMkLst>
        </pc:grpChg>
        <pc:picChg chg="add mod">
          <ac:chgData name="Jacob Higgins" userId="2b5583e7-cd99-4b95-83ae-eb40a98abde0" providerId="ADAL" clId="{5EFAD8F4-6336-456E-9654-36721D58C357}" dt="2025-03-31T04:10:49.146" v="1201" actId="164"/>
          <ac:picMkLst>
            <pc:docMk/>
            <pc:sldMk cId="1301869987" sldId="263"/>
            <ac:picMk id="4" creationId="{9F6A4688-0EFC-8E61-4191-C11F0551D834}"/>
          </ac:picMkLst>
        </pc:picChg>
        <pc:cxnChg chg="add mod">
          <ac:chgData name="Jacob Higgins" userId="2b5583e7-cd99-4b95-83ae-eb40a98abde0" providerId="ADAL" clId="{5EFAD8F4-6336-456E-9654-36721D58C357}" dt="2025-03-31T04:08:01.795" v="1169" actId="164"/>
          <ac:cxnSpMkLst>
            <pc:docMk/>
            <pc:sldMk cId="1301869987" sldId="263"/>
            <ac:cxnSpMk id="10" creationId="{1BE920E7-3BBA-2ADD-B27C-0D46AB2E73BF}"/>
          </ac:cxnSpMkLst>
        </pc:cxnChg>
        <pc:cxnChg chg="add mod">
          <ac:chgData name="Jacob Higgins" userId="2b5583e7-cd99-4b95-83ae-eb40a98abde0" providerId="ADAL" clId="{5EFAD8F4-6336-456E-9654-36721D58C357}" dt="2025-03-31T04:08:01.795" v="1169" actId="164"/>
          <ac:cxnSpMkLst>
            <pc:docMk/>
            <pc:sldMk cId="1301869987" sldId="263"/>
            <ac:cxnSpMk id="11" creationId="{1FA51E14-D140-4FED-950D-ED69D60DC9FB}"/>
          </ac:cxnSpMkLst>
        </pc:cxnChg>
        <pc:cxnChg chg="add mod">
          <ac:chgData name="Jacob Higgins" userId="2b5583e7-cd99-4b95-83ae-eb40a98abde0" providerId="ADAL" clId="{5EFAD8F4-6336-456E-9654-36721D58C357}" dt="2025-03-31T04:07:56.255" v="1168"/>
          <ac:cxnSpMkLst>
            <pc:docMk/>
            <pc:sldMk cId="1301869987" sldId="263"/>
            <ac:cxnSpMk id="13" creationId="{1C271CC9-7C5B-DA75-F397-A12CA060A32F}"/>
          </ac:cxnSpMkLst>
        </pc:cxnChg>
        <pc:cxnChg chg="add mod">
          <ac:chgData name="Jacob Higgins" userId="2b5583e7-cd99-4b95-83ae-eb40a98abde0" providerId="ADAL" clId="{5EFAD8F4-6336-456E-9654-36721D58C357}" dt="2025-03-31T04:10:53.947" v="1202" actId="164"/>
          <ac:cxnSpMkLst>
            <pc:docMk/>
            <pc:sldMk cId="1301869987" sldId="263"/>
            <ac:cxnSpMk id="19" creationId="{A7AE48C5-9B2F-B34B-672F-FAAC99CE389A}"/>
          </ac:cxnSpMkLst>
        </pc:cxnChg>
      </pc:sldChg>
      <pc:sldChg chg="addSp delSp modSp new mod">
        <pc:chgData name="Jacob Higgins" userId="2b5583e7-cd99-4b95-83ae-eb40a98abde0" providerId="ADAL" clId="{5EFAD8F4-6336-456E-9654-36721D58C357}" dt="2025-04-02T07:33:42.536" v="1366" actId="732"/>
        <pc:sldMkLst>
          <pc:docMk/>
          <pc:sldMk cId="2938978603" sldId="265"/>
        </pc:sldMkLst>
        <pc:spChg chg="del">
          <ac:chgData name="Jacob Higgins" userId="2b5583e7-cd99-4b95-83ae-eb40a98abde0" providerId="ADAL" clId="{5EFAD8F4-6336-456E-9654-36721D58C357}" dt="2025-04-02T07:13:22.195" v="1205" actId="478"/>
          <ac:spMkLst>
            <pc:docMk/>
            <pc:sldMk cId="2938978603" sldId="265"/>
            <ac:spMk id="2" creationId="{1EA3E2CE-A3D1-1694-0429-DC1E35D87D99}"/>
          </ac:spMkLst>
        </pc:spChg>
        <pc:spChg chg="del">
          <ac:chgData name="Jacob Higgins" userId="2b5583e7-cd99-4b95-83ae-eb40a98abde0" providerId="ADAL" clId="{5EFAD8F4-6336-456E-9654-36721D58C357}" dt="2025-04-02T07:13:20.133" v="1204" actId="478"/>
          <ac:spMkLst>
            <pc:docMk/>
            <pc:sldMk cId="2938978603" sldId="265"/>
            <ac:spMk id="3" creationId="{996989E7-92B7-2C33-D55B-3AD4D5C10E5D}"/>
          </ac:spMkLst>
        </pc:spChg>
        <pc:spChg chg="add del">
          <ac:chgData name="Jacob Higgins" userId="2b5583e7-cd99-4b95-83ae-eb40a98abde0" providerId="ADAL" clId="{5EFAD8F4-6336-456E-9654-36721D58C357}" dt="2025-04-02T07:13:25.313" v="1207" actId="478"/>
          <ac:spMkLst>
            <pc:docMk/>
            <pc:sldMk cId="2938978603" sldId="265"/>
            <ac:spMk id="5" creationId="{134FFBEB-B82C-12AF-9DD0-B577CF4E7937}"/>
          </ac:spMkLst>
        </pc:spChg>
        <pc:spChg chg="add del">
          <ac:chgData name="Jacob Higgins" userId="2b5583e7-cd99-4b95-83ae-eb40a98abde0" providerId="ADAL" clId="{5EFAD8F4-6336-456E-9654-36721D58C357}" dt="2025-04-02T07:15:44.172" v="1217" actId="478"/>
          <ac:spMkLst>
            <pc:docMk/>
            <pc:sldMk cId="2938978603" sldId="265"/>
            <ac:spMk id="10" creationId="{926CCC72-2A5D-0FAA-0549-E3B7AB19DF3E}"/>
          </ac:spMkLst>
        </pc:spChg>
        <pc:spChg chg="add del mod">
          <ac:chgData name="Jacob Higgins" userId="2b5583e7-cd99-4b95-83ae-eb40a98abde0" providerId="ADAL" clId="{5EFAD8F4-6336-456E-9654-36721D58C357}" dt="2025-04-02T07:27:10.358" v="1287" actId="478"/>
          <ac:spMkLst>
            <pc:docMk/>
            <pc:sldMk cId="2938978603" sldId="265"/>
            <ac:spMk id="11" creationId="{E7C26126-E1D2-7D63-B17B-1A3C556AC95B}"/>
          </ac:spMkLst>
        </pc:spChg>
        <pc:spChg chg="add mod">
          <ac:chgData name="Jacob Higgins" userId="2b5583e7-cd99-4b95-83ae-eb40a98abde0" providerId="ADAL" clId="{5EFAD8F4-6336-456E-9654-36721D58C357}" dt="2025-04-02T07:26:17.934" v="1285" actId="1076"/>
          <ac:spMkLst>
            <pc:docMk/>
            <pc:sldMk cId="2938978603" sldId="265"/>
            <ac:spMk id="12" creationId="{2F1826B1-BD3B-3D6F-E08E-D0A9B4DB310E}"/>
          </ac:spMkLst>
        </pc:spChg>
        <pc:spChg chg="add del mod">
          <ac:chgData name="Jacob Higgins" userId="2b5583e7-cd99-4b95-83ae-eb40a98abde0" providerId="ADAL" clId="{5EFAD8F4-6336-456E-9654-36721D58C357}" dt="2025-04-02T07:27:14.796" v="1288" actId="478"/>
          <ac:spMkLst>
            <pc:docMk/>
            <pc:sldMk cId="2938978603" sldId="265"/>
            <ac:spMk id="13" creationId="{BF1A9F73-DC1F-0A62-6CEE-92A527B8E2B1}"/>
          </ac:spMkLst>
        </pc:spChg>
        <pc:spChg chg="add mod">
          <ac:chgData name="Jacob Higgins" userId="2b5583e7-cd99-4b95-83ae-eb40a98abde0" providerId="ADAL" clId="{5EFAD8F4-6336-456E-9654-36721D58C357}" dt="2025-04-02T07:25:57.225" v="1283" actId="208"/>
          <ac:spMkLst>
            <pc:docMk/>
            <pc:sldMk cId="2938978603" sldId="265"/>
            <ac:spMk id="14" creationId="{07EFFACA-BC41-08F8-14A9-FF78AFF835BC}"/>
          </ac:spMkLst>
        </pc:spChg>
        <pc:spChg chg="add mod">
          <ac:chgData name="Jacob Higgins" userId="2b5583e7-cd99-4b95-83ae-eb40a98abde0" providerId="ADAL" clId="{5EFAD8F4-6336-456E-9654-36721D58C357}" dt="2025-04-02T07:25:05.851" v="1280" actId="208"/>
          <ac:spMkLst>
            <pc:docMk/>
            <pc:sldMk cId="2938978603" sldId="265"/>
            <ac:spMk id="20" creationId="{F116B672-080C-81D5-AD44-8F958F9BA4CB}"/>
          </ac:spMkLst>
        </pc:spChg>
        <pc:spChg chg="add mod">
          <ac:chgData name="Jacob Higgins" userId="2b5583e7-cd99-4b95-83ae-eb40a98abde0" providerId="ADAL" clId="{5EFAD8F4-6336-456E-9654-36721D58C357}" dt="2025-04-02T07:27:46.748" v="1294" actId="20577"/>
          <ac:spMkLst>
            <pc:docMk/>
            <pc:sldMk cId="2938978603" sldId="265"/>
            <ac:spMk id="23" creationId="{DF5CA49E-ED7A-ABAE-705E-39AB140D89DD}"/>
          </ac:spMkLst>
        </pc:spChg>
        <pc:spChg chg="add mod">
          <ac:chgData name="Jacob Higgins" userId="2b5583e7-cd99-4b95-83ae-eb40a98abde0" providerId="ADAL" clId="{5EFAD8F4-6336-456E-9654-36721D58C357}" dt="2025-04-02T07:28:24.007" v="1303" actId="20577"/>
          <ac:spMkLst>
            <pc:docMk/>
            <pc:sldMk cId="2938978603" sldId="265"/>
            <ac:spMk id="27" creationId="{0711B978-433F-B2E0-320D-16B8BFAAB078}"/>
          </ac:spMkLst>
        </pc:spChg>
        <pc:spChg chg="add mod">
          <ac:chgData name="Jacob Higgins" userId="2b5583e7-cd99-4b95-83ae-eb40a98abde0" providerId="ADAL" clId="{5EFAD8F4-6336-456E-9654-36721D58C357}" dt="2025-04-02T07:29:19.764" v="1326" actId="207"/>
          <ac:spMkLst>
            <pc:docMk/>
            <pc:sldMk cId="2938978603" sldId="265"/>
            <ac:spMk id="28" creationId="{190E5F68-8096-FB09-9DF2-65ED9A611A5A}"/>
          </ac:spMkLst>
        </pc:spChg>
        <pc:spChg chg="add mod">
          <ac:chgData name="Jacob Higgins" userId="2b5583e7-cd99-4b95-83ae-eb40a98abde0" providerId="ADAL" clId="{5EFAD8F4-6336-456E-9654-36721D58C357}" dt="2025-04-02T07:31:04.934" v="1355" actId="207"/>
          <ac:spMkLst>
            <pc:docMk/>
            <pc:sldMk cId="2938978603" sldId="265"/>
            <ac:spMk id="29" creationId="{F90523A7-6087-1D93-0B29-098994464BEC}"/>
          </ac:spMkLst>
        </pc:spChg>
        <pc:spChg chg="add mod">
          <ac:chgData name="Jacob Higgins" userId="2b5583e7-cd99-4b95-83ae-eb40a98abde0" providerId="ADAL" clId="{5EFAD8F4-6336-456E-9654-36721D58C357}" dt="2025-04-02T07:31:09.444" v="1356" actId="1076"/>
          <ac:spMkLst>
            <pc:docMk/>
            <pc:sldMk cId="2938978603" sldId="265"/>
            <ac:spMk id="30" creationId="{0036B27C-8D42-8C52-CDA3-79086374826A}"/>
          </ac:spMkLst>
        </pc:spChg>
        <pc:spChg chg="add mod">
          <ac:chgData name="Jacob Higgins" userId="2b5583e7-cd99-4b95-83ae-eb40a98abde0" providerId="ADAL" clId="{5EFAD8F4-6336-456E-9654-36721D58C357}" dt="2025-04-02T07:31:42.732" v="1364" actId="14100"/>
          <ac:spMkLst>
            <pc:docMk/>
            <pc:sldMk cId="2938978603" sldId="265"/>
            <ac:spMk id="33" creationId="{0F48182E-AB9B-D6F3-700F-50663473B789}"/>
          </ac:spMkLst>
        </pc:spChg>
        <pc:picChg chg="add mod modCrop">
          <ac:chgData name="Jacob Higgins" userId="2b5583e7-cd99-4b95-83ae-eb40a98abde0" providerId="ADAL" clId="{5EFAD8F4-6336-456E-9654-36721D58C357}" dt="2025-04-02T07:33:42.536" v="1366" actId="732"/>
          <ac:picMkLst>
            <pc:docMk/>
            <pc:sldMk cId="2938978603" sldId="265"/>
            <ac:picMk id="7" creationId="{7E959B1F-6730-465C-253F-A4557F170A73}"/>
          </ac:picMkLst>
        </pc:picChg>
        <pc:cxnChg chg="add del mod">
          <ac:chgData name="Jacob Higgins" userId="2b5583e7-cd99-4b95-83ae-eb40a98abde0" providerId="ADAL" clId="{5EFAD8F4-6336-456E-9654-36721D58C357}" dt="2025-04-02T07:27:07.785" v="1286" actId="478"/>
          <ac:cxnSpMkLst>
            <pc:docMk/>
            <pc:sldMk cId="2938978603" sldId="265"/>
            <ac:cxnSpMk id="9" creationId="{1F4584B7-D85E-7912-F711-79A1623C8E2E}"/>
          </ac:cxnSpMkLst>
        </pc:cxnChg>
        <pc:cxnChg chg="add mod">
          <ac:chgData name="Jacob Higgins" userId="2b5583e7-cd99-4b95-83ae-eb40a98abde0" providerId="ADAL" clId="{5EFAD8F4-6336-456E-9654-36721D58C357}" dt="2025-04-02T07:21:19.356" v="1257" actId="1582"/>
          <ac:cxnSpMkLst>
            <pc:docMk/>
            <pc:sldMk cId="2938978603" sldId="265"/>
            <ac:cxnSpMk id="16" creationId="{177117E0-71D2-F621-E88D-1B3EAAEDCBD4}"/>
          </ac:cxnSpMkLst>
        </pc:cxnChg>
        <pc:cxnChg chg="add mod">
          <ac:chgData name="Jacob Higgins" userId="2b5583e7-cd99-4b95-83ae-eb40a98abde0" providerId="ADAL" clId="{5EFAD8F4-6336-456E-9654-36721D58C357}" dt="2025-04-02T07:27:51.004" v="1295" actId="13822"/>
          <ac:cxnSpMkLst>
            <pc:docMk/>
            <pc:sldMk cId="2938978603" sldId="265"/>
            <ac:cxnSpMk id="22" creationId="{14BC5448-CA1C-52BF-8550-5E6D670C9494}"/>
          </ac:cxnSpMkLst>
        </pc:cxnChg>
        <pc:cxnChg chg="add mod">
          <ac:chgData name="Jacob Higgins" userId="2b5583e7-cd99-4b95-83ae-eb40a98abde0" providerId="ADAL" clId="{5EFAD8F4-6336-456E-9654-36721D58C357}" dt="2025-04-02T07:28:13.211" v="1299" actId="14100"/>
          <ac:cxnSpMkLst>
            <pc:docMk/>
            <pc:sldMk cId="2938978603" sldId="265"/>
            <ac:cxnSpMk id="24" creationId="{8AC4E389-C1D9-2BB7-223A-8ECDBF2FA4F2}"/>
          </ac:cxnSpMkLst>
        </pc:cxnChg>
        <pc:cxnChg chg="add mod">
          <ac:chgData name="Jacob Higgins" userId="2b5583e7-cd99-4b95-83ae-eb40a98abde0" providerId="ADAL" clId="{5EFAD8F4-6336-456E-9654-36721D58C357}" dt="2025-04-02T07:31:30.624" v="1359" actId="14100"/>
          <ac:cxnSpMkLst>
            <pc:docMk/>
            <pc:sldMk cId="2938978603" sldId="265"/>
            <ac:cxnSpMk id="31" creationId="{81FE5871-F039-1C24-8E1B-1A9F835764D0}"/>
          </ac:cxnSpMkLst>
        </pc:cxnChg>
      </pc:sldChg>
      <pc:sldChg chg="addSp delSp modSp new mod">
        <pc:chgData name="Jacob Higgins" userId="2b5583e7-cd99-4b95-83ae-eb40a98abde0" providerId="ADAL" clId="{5EFAD8F4-6336-456E-9654-36721D58C357}" dt="2025-04-02T07:34:07.284" v="1371" actId="164"/>
        <pc:sldMkLst>
          <pc:docMk/>
          <pc:sldMk cId="3455591818" sldId="266"/>
        </pc:sldMkLst>
        <pc:spChg chg="del">
          <ac:chgData name="Jacob Higgins" userId="2b5583e7-cd99-4b95-83ae-eb40a98abde0" providerId="ADAL" clId="{5EFAD8F4-6336-456E-9654-36721D58C357}" dt="2025-04-02T07:34:01.073" v="1369" actId="478"/>
          <ac:spMkLst>
            <pc:docMk/>
            <pc:sldMk cId="3455591818" sldId="266"/>
            <ac:spMk id="2" creationId="{DF0E635A-F476-E547-E413-7F0AB8F98C8E}"/>
          </ac:spMkLst>
        </pc:spChg>
        <pc:spChg chg="del">
          <ac:chgData name="Jacob Higgins" userId="2b5583e7-cd99-4b95-83ae-eb40a98abde0" providerId="ADAL" clId="{5EFAD8F4-6336-456E-9654-36721D58C357}" dt="2025-04-02T07:33:57.967" v="1368" actId="478"/>
          <ac:spMkLst>
            <pc:docMk/>
            <pc:sldMk cId="3455591818" sldId="266"/>
            <ac:spMk id="3" creationId="{7420AEDE-63C6-813C-3733-070EC4C14A92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5" creationId="{D5429664-C499-D725-5A0E-8DCB1B197FEF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6" creationId="{97A745C9-D669-17D0-0A58-7C0BFE871252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8" creationId="{143D11AA-15B1-D958-ACEE-76D79036CA6A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10" creationId="{6CC66E34-4026-9BA0-676B-43A8F158E6E3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12" creationId="{3A893F6E-FCDD-2882-22BB-2611D205B2C3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13" creationId="{38B919EB-F692-3CC4-34A5-50DF75974DC2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14" creationId="{D1F9C4AE-ED78-7F4A-1168-C5CB84CD7F6C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15" creationId="{D4C47092-9B37-6C63-9B5D-835BA51DEFA4}"/>
          </ac:spMkLst>
        </pc:spChg>
        <pc:spChg chg="add mod">
          <ac:chgData name="Jacob Higgins" userId="2b5583e7-cd99-4b95-83ae-eb40a98abde0" providerId="ADAL" clId="{5EFAD8F4-6336-456E-9654-36721D58C357}" dt="2025-04-02T07:34:07.284" v="1371" actId="164"/>
          <ac:spMkLst>
            <pc:docMk/>
            <pc:sldMk cId="3455591818" sldId="266"/>
            <ac:spMk id="17" creationId="{9CB3FF61-28AF-5511-6288-F9CE76A54E31}"/>
          </ac:spMkLst>
        </pc:spChg>
        <pc:picChg chg="add mod">
          <ac:chgData name="Jacob Higgins" userId="2b5583e7-cd99-4b95-83ae-eb40a98abde0" providerId="ADAL" clId="{5EFAD8F4-6336-456E-9654-36721D58C357}" dt="2025-04-02T07:34:07.284" v="1371" actId="164"/>
          <ac:picMkLst>
            <pc:docMk/>
            <pc:sldMk cId="3455591818" sldId="266"/>
            <ac:picMk id="4" creationId="{C292EA2F-8C9B-AADC-727B-6258ADF403C1}"/>
          </ac:picMkLst>
        </pc:picChg>
      </pc:sldChg>
      <pc:sldChg chg="addSp delSp modSp new mod">
        <pc:chgData name="Jacob Higgins" userId="2b5583e7-cd99-4b95-83ae-eb40a98abde0" providerId="ADAL" clId="{5EFAD8F4-6336-456E-9654-36721D58C357}" dt="2025-04-02T08:02:06.637" v="1490" actId="478"/>
        <pc:sldMkLst>
          <pc:docMk/>
          <pc:sldMk cId="1083456339" sldId="267"/>
        </pc:sldMkLst>
        <pc:spChg chg="del">
          <ac:chgData name="Jacob Higgins" userId="2b5583e7-cd99-4b95-83ae-eb40a98abde0" providerId="ADAL" clId="{5EFAD8F4-6336-456E-9654-36721D58C357}" dt="2025-04-02T07:47:44.094" v="1373" actId="478"/>
          <ac:spMkLst>
            <pc:docMk/>
            <pc:sldMk cId="1083456339" sldId="267"/>
            <ac:spMk id="2" creationId="{B3ABD3EB-DCBD-2A0E-6038-1420D48582C5}"/>
          </ac:spMkLst>
        </pc:spChg>
        <pc:spChg chg="del">
          <ac:chgData name="Jacob Higgins" userId="2b5583e7-cd99-4b95-83ae-eb40a98abde0" providerId="ADAL" clId="{5EFAD8F4-6336-456E-9654-36721D58C357}" dt="2025-04-02T07:47:45.343" v="1374" actId="478"/>
          <ac:spMkLst>
            <pc:docMk/>
            <pc:sldMk cId="1083456339" sldId="267"/>
            <ac:spMk id="3" creationId="{1F58271A-4371-917D-969D-641718427479}"/>
          </ac:spMkLst>
        </pc:spChg>
        <pc:spChg chg="add mod">
          <ac:chgData name="Jacob Higgins" userId="2b5583e7-cd99-4b95-83ae-eb40a98abde0" providerId="ADAL" clId="{5EFAD8F4-6336-456E-9654-36721D58C357}" dt="2025-04-02T07:51:32.630" v="1405" actId="207"/>
          <ac:spMkLst>
            <pc:docMk/>
            <pc:sldMk cId="1083456339" sldId="267"/>
            <ac:spMk id="6" creationId="{386A5F2C-51FD-3870-23AE-1F06C0B60282}"/>
          </ac:spMkLst>
        </pc:spChg>
        <pc:spChg chg="add mod">
          <ac:chgData name="Jacob Higgins" userId="2b5583e7-cd99-4b95-83ae-eb40a98abde0" providerId="ADAL" clId="{5EFAD8F4-6336-456E-9654-36721D58C357}" dt="2025-04-02T07:53:27.720" v="1423" actId="207"/>
          <ac:spMkLst>
            <pc:docMk/>
            <pc:sldMk cId="1083456339" sldId="267"/>
            <ac:spMk id="7" creationId="{7A494A6B-5A89-AF24-E863-DD4F3B9AFBAC}"/>
          </ac:spMkLst>
        </pc:spChg>
        <pc:spChg chg="add mod">
          <ac:chgData name="Jacob Higgins" userId="2b5583e7-cd99-4b95-83ae-eb40a98abde0" providerId="ADAL" clId="{5EFAD8F4-6336-456E-9654-36721D58C357}" dt="2025-04-02T07:53:27.720" v="1423" actId="207"/>
          <ac:spMkLst>
            <pc:docMk/>
            <pc:sldMk cId="1083456339" sldId="267"/>
            <ac:spMk id="8" creationId="{D92FBB50-1874-55A4-0C31-B6F1A8097568}"/>
          </ac:spMkLst>
        </pc:spChg>
        <pc:spChg chg="add mod ord">
          <ac:chgData name="Jacob Higgins" userId="2b5583e7-cd99-4b95-83ae-eb40a98abde0" providerId="ADAL" clId="{5EFAD8F4-6336-456E-9654-36721D58C357}" dt="2025-04-02T07:56:38.382" v="1453" actId="166"/>
          <ac:spMkLst>
            <pc:docMk/>
            <pc:sldMk cId="1083456339" sldId="267"/>
            <ac:spMk id="9" creationId="{72A164B8-FF3A-A80E-1F7F-2C9211578F66}"/>
          </ac:spMkLst>
        </pc:spChg>
        <pc:spChg chg="add mod">
          <ac:chgData name="Jacob Higgins" userId="2b5583e7-cd99-4b95-83ae-eb40a98abde0" providerId="ADAL" clId="{5EFAD8F4-6336-456E-9654-36721D58C357}" dt="2025-04-02T07:53:27.720" v="1423" actId="207"/>
          <ac:spMkLst>
            <pc:docMk/>
            <pc:sldMk cId="1083456339" sldId="267"/>
            <ac:spMk id="10" creationId="{89AC9405-7357-B578-B7AC-0A22B588616D}"/>
          </ac:spMkLst>
        </pc:spChg>
        <pc:spChg chg="add mod">
          <ac:chgData name="Jacob Higgins" userId="2b5583e7-cd99-4b95-83ae-eb40a98abde0" providerId="ADAL" clId="{5EFAD8F4-6336-456E-9654-36721D58C357}" dt="2025-04-02T07:53:27.720" v="1423" actId="207"/>
          <ac:spMkLst>
            <pc:docMk/>
            <pc:sldMk cId="1083456339" sldId="267"/>
            <ac:spMk id="11" creationId="{ACA8B796-ABEA-543B-D3DD-2289EB31D0F4}"/>
          </ac:spMkLst>
        </pc:spChg>
        <pc:spChg chg="add mod">
          <ac:chgData name="Jacob Higgins" userId="2b5583e7-cd99-4b95-83ae-eb40a98abde0" providerId="ADAL" clId="{5EFAD8F4-6336-456E-9654-36721D58C357}" dt="2025-04-02T07:53:27.720" v="1423" actId="207"/>
          <ac:spMkLst>
            <pc:docMk/>
            <pc:sldMk cId="1083456339" sldId="267"/>
            <ac:spMk id="12" creationId="{D405DFB7-B20C-F843-0F96-DDA7D0FDB9B7}"/>
          </ac:spMkLst>
        </pc:spChg>
        <pc:spChg chg="add mod">
          <ac:chgData name="Jacob Higgins" userId="2b5583e7-cd99-4b95-83ae-eb40a98abde0" providerId="ADAL" clId="{5EFAD8F4-6336-456E-9654-36721D58C357}" dt="2025-04-02T07:53:27.720" v="1423" actId="207"/>
          <ac:spMkLst>
            <pc:docMk/>
            <pc:sldMk cId="1083456339" sldId="267"/>
            <ac:spMk id="13" creationId="{6460A292-B30C-FC1D-A3CB-13263BBC20F7}"/>
          </ac:spMkLst>
        </pc:spChg>
        <pc:spChg chg="add mod">
          <ac:chgData name="Jacob Higgins" userId="2b5583e7-cd99-4b95-83ae-eb40a98abde0" providerId="ADAL" clId="{5EFAD8F4-6336-456E-9654-36721D58C357}" dt="2025-04-02T07:53:27.720" v="1423" actId="207"/>
          <ac:spMkLst>
            <pc:docMk/>
            <pc:sldMk cId="1083456339" sldId="267"/>
            <ac:spMk id="14" creationId="{22DFF0EE-54C0-33D6-EB37-47DFD1F7335E}"/>
          </ac:spMkLst>
        </pc:spChg>
        <pc:spChg chg="add mod">
          <ac:chgData name="Jacob Higgins" userId="2b5583e7-cd99-4b95-83ae-eb40a98abde0" providerId="ADAL" clId="{5EFAD8F4-6336-456E-9654-36721D58C357}" dt="2025-04-02T07:56:50.795" v="1455" actId="1076"/>
          <ac:spMkLst>
            <pc:docMk/>
            <pc:sldMk cId="1083456339" sldId="267"/>
            <ac:spMk id="15" creationId="{15F76144-4644-333D-B45E-EB051F46FB86}"/>
          </ac:spMkLst>
        </pc:spChg>
        <pc:spChg chg="add mod">
          <ac:chgData name="Jacob Higgins" userId="2b5583e7-cd99-4b95-83ae-eb40a98abde0" providerId="ADAL" clId="{5EFAD8F4-6336-456E-9654-36721D58C357}" dt="2025-04-02T07:56:55.754" v="1456" actId="1076"/>
          <ac:spMkLst>
            <pc:docMk/>
            <pc:sldMk cId="1083456339" sldId="267"/>
            <ac:spMk id="16" creationId="{FFCDB67F-43D3-0E7A-E7AD-0DB68FA75B9A}"/>
          </ac:spMkLst>
        </pc:spChg>
        <pc:spChg chg="add del mod">
          <ac:chgData name="Jacob Higgins" userId="2b5583e7-cd99-4b95-83ae-eb40a98abde0" providerId="ADAL" clId="{5EFAD8F4-6336-456E-9654-36721D58C357}" dt="2025-04-02T08:02:03.256" v="1486" actId="478"/>
          <ac:spMkLst>
            <pc:docMk/>
            <pc:sldMk cId="1083456339" sldId="267"/>
            <ac:spMk id="34" creationId="{40020C2C-5A8D-3FAD-E372-A21D857EDD0A}"/>
          </ac:spMkLst>
        </pc:spChg>
        <pc:picChg chg="add mod modCrop">
          <ac:chgData name="Jacob Higgins" userId="2b5583e7-cd99-4b95-83ae-eb40a98abde0" providerId="ADAL" clId="{5EFAD8F4-6336-456E-9654-36721D58C357}" dt="2025-04-02T08:00:40.117" v="1479" actId="732"/>
          <ac:picMkLst>
            <pc:docMk/>
            <pc:sldMk cId="1083456339" sldId="267"/>
            <ac:picMk id="5" creationId="{88A66615-BFD9-9717-71A9-BCE30025EABB}"/>
          </ac:picMkLst>
        </pc:picChg>
        <pc:cxnChg chg="add mod">
          <ac:chgData name="Jacob Higgins" userId="2b5583e7-cd99-4b95-83ae-eb40a98abde0" providerId="ADAL" clId="{5EFAD8F4-6336-456E-9654-36721D58C357}" dt="2025-04-02T07:54:20.830" v="1429" actId="13822"/>
          <ac:cxnSpMkLst>
            <pc:docMk/>
            <pc:sldMk cId="1083456339" sldId="267"/>
            <ac:cxnSpMk id="18" creationId="{2B3F47EA-BC82-BD02-F03C-F0A015803B68}"/>
          </ac:cxnSpMkLst>
        </pc:cxnChg>
        <pc:cxnChg chg="add mod">
          <ac:chgData name="Jacob Higgins" userId="2b5583e7-cd99-4b95-83ae-eb40a98abde0" providerId="ADAL" clId="{5EFAD8F4-6336-456E-9654-36721D58C357}" dt="2025-04-02T07:55:22.591" v="1437" actId="13822"/>
          <ac:cxnSpMkLst>
            <pc:docMk/>
            <pc:sldMk cId="1083456339" sldId="267"/>
            <ac:cxnSpMk id="21" creationId="{B9519134-C981-3278-7F80-0FED75155BA4}"/>
          </ac:cxnSpMkLst>
        </pc:cxnChg>
        <pc:cxnChg chg="add del mod">
          <ac:chgData name="Jacob Higgins" userId="2b5583e7-cd99-4b95-83ae-eb40a98abde0" providerId="ADAL" clId="{5EFAD8F4-6336-456E-9654-36721D58C357}" dt="2025-04-02T07:56:04.707" v="1445" actId="478"/>
          <ac:cxnSpMkLst>
            <pc:docMk/>
            <pc:sldMk cId="1083456339" sldId="267"/>
            <ac:cxnSpMk id="26" creationId="{C8487B79-B132-B950-BC1D-631F12DE84BC}"/>
          </ac:cxnSpMkLst>
        </pc:cxnChg>
        <pc:cxnChg chg="add mod">
          <ac:chgData name="Jacob Higgins" userId="2b5583e7-cd99-4b95-83ae-eb40a98abde0" providerId="ADAL" clId="{5EFAD8F4-6336-456E-9654-36721D58C357}" dt="2025-04-02T07:56:14.458" v="1447" actId="1076"/>
          <ac:cxnSpMkLst>
            <pc:docMk/>
            <pc:sldMk cId="1083456339" sldId="267"/>
            <ac:cxnSpMk id="31" creationId="{6FD54D86-0B56-C827-8EB5-4BE7705CF305}"/>
          </ac:cxnSpMkLst>
        </pc:cxnChg>
        <pc:cxnChg chg="add mod">
          <ac:chgData name="Jacob Higgins" userId="2b5583e7-cd99-4b95-83ae-eb40a98abde0" providerId="ADAL" clId="{5EFAD8F4-6336-456E-9654-36721D58C357}" dt="2025-04-02T07:57:14.392" v="1459" actId="14100"/>
          <ac:cxnSpMkLst>
            <pc:docMk/>
            <pc:sldMk cId="1083456339" sldId="267"/>
            <ac:cxnSpMk id="32" creationId="{56FE6ABB-2D71-F3D8-A6E1-9B22E7CA21F0}"/>
          </ac:cxnSpMkLst>
        </pc:cxnChg>
        <pc:cxnChg chg="add del mod">
          <ac:chgData name="Jacob Higgins" userId="2b5583e7-cd99-4b95-83ae-eb40a98abde0" providerId="ADAL" clId="{5EFAD8F4-6336-456E-9654-36721D58C357}" dt="2025-04-02T08:02:06.637" v="1490" actId="478"/>
          <ac:cxnSpMkLst>
            <pc:docMk/>
            <pc:sldMk cId="1083456339" sldId="267"/>
            <ac:cxnSpMk id="36" creationId="{6DF72D43-7266-29E8-C2D0-2379F78675D7}"/>
          </ac:cxnSpMkLst>
        </pc:cxnChg>
        <pc:cxnChg chg="add del mod">
          <ac:chgData name="Jacob Higgins" userId="2b5583e7-cd99-4b95-83ae-eb40a98abde0" providerId="ADAL" clId="{5EFAD8F4-6336-456E-9654-36721D58C357}" dt="2025-04-02T08:02:05.737" v="1489" actId="478"/>
          <ac:cxnSpMkLst>
            <pc:docMk/>
            <pc:sldMk cId="1083456339" sldId="267"/>
            <ac:cxnSpMk id="38" creationId="{2FC89863-2D8C-035D-4AF3-E8D124B714B8}"/>
          </ac:cxnSpMkLst>
        </pc:cxnChg>
        <pc:cxnChg chg="add del mod">
          <ac:chgData name="Jacob Higgins" userId="2b5583e7-cd99-4b95-83ae-eb40a98abde0" providerId="ADAL" clId="{5EFAD8F4-6336-456E-9654-36721D58C357}" dt="2025-04-02T07:59:37.354" v="1471" actId="478"/>
          <ac:cxnSpMkLst>
            <pc:docMk/>
            <pc:sldMk cId="1083456339" sldId="267"/>
            <ac:cxnSpMk id="40" creationId="{1584CF54-7147-0F55-722C-2A6A814FDC60}"/>
          </ac:cxnSpMkLst>
        </pc:cxnChg>
        <pc:cxnChg chg="add del mod">
          <ac:chgData name="Jacob Higgins" userId="2b5583e7-cd99-4b95-83ae-eb40a98abde0" providerId="ADAL" clId="{5EFAD8F4-6336-456E-9654-36721D58C357}" dt="2025-04-02T08:02:05.098" v="1488" actId="478"/>
          <ac:cxnSpMkLst>
            <pc:docMk/>
            <pc:sldMk cId="1083456339" sldId="267"/>
            <ac:cxnSpMk id="43" creationId="{9ED0CF48-1F3B-1FC4-F924-D0E285BC595E}"/>
          </ac:cxnSpMkLst>
        </pc:cxnChg>
        <pc:cxnChg chg="add del mod">
          <ac:chgData name="Jacob Higgins" userId="2b5583e7-cd99-4b95-83ae-eb40a98abde0" providerId="ADAL" clId="{5EFAD8F4-6336-456E-9654-36721D58C357}" dt="2025-04-02T08:02:04.486" v="1487" actId="478"/>
          <ac:cxnSpMkLst>
            <pc:docMk/>
            <pc:sldMk cId="1083456339" sldId="267"/>
            <ac:cxnSpMk id="45" creationId="{4C829319-1538-20B9-9533-B4009303DBB1}"/>
          </ac:cxnSpMkLst>
        </pc:cxnChg>
        <pc:cxnChg chg="add del mod">
          <ac:chgData name="Jacob Higgins" userId="2b5583e7-cd99-4b95-83ae-eb40a98abde0" providerId="ADAL" clId="{5EFAD8F4-6336-456E-9654-36721D58C357}" dt="2025-04-02T08:01:58.654" v="1485" actId="478"/>
          <ac:cxnSpMkLst>
            <pc:docMk/>
            <pc:sldMk cId="1083456339" sldId="267"/>
            <ac:cxnSpMk id="48" creationId="{CCFFBDE8-6AF0-29CC-A22C-3D539DCED005}"/>
          </ac:cxnSpMkLst>
        </pc:cxnChg>
      </pc:sldChg>
      <pc:sldChg chg="addSp delSp modSp new mod">
        <pc:chgData name="Jacob Higgins" userId="2b5583e7-cd99-4b95-83ae-eb40a98abde0" providerId="ADAL" clId="{5EFAD8F4-6336-456E-9654-36721D58C357}" dt="2025-04-02T08:07:48.784" v="1520" actId="164"/>
        <pc:sldMkLst>
          <pc:docMk/>
          <pc:sldMk cId="2462096833" sldId="268"/>
        </pc:sldMkLst>
        <pc:spChg chg="del">
          <ac:chgData name="Jacob Higgins" userId="2b5583e7-cd99-4b95-83ae-eb40a98abde0" providerId="ADAL" clId="{5EFAD8F4-6336-456E-9654-36721D58C357}" dt="2025-04-02T08:02:22.456" v="1493" actId="478"/>
          <ac:spMkLst>
            <pc:docMk/>
            <pc:sldMk cId="2462096833" sldId="268"/>
            <ac:spMk id="2" creationId="{3F806588-3915-0120-20E6-788211ED18D1}"/>
          </ac:spMkLst>
        </pc:spChg>
        <pc:spChg chg="del">
          <ac:chgData name="Jacob Higgins" userId="2b5583e7-cd99-4b95-83ae-eb40a98abde0" providerId="ADAL" clId="{5EFAD8F4-6336-456E-9654-36721D58C357}" dt="2025-04-02T08:02:21.459" v="1492" actId="478"/>
          <ac:spMkLst>
            <pc:docMk/>
            <pc:sldMk cId="2462096833" sldId="268"/>
            <ac:spMk id="3" creationId="{BC9DC9DF-9D66-147D-D3C4-44F3934D90BD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5" creationId="{8340BD2D-B87F-C3D6-A969-5FD4C2628CC7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6" creationId="{748D665C-12F8-8102-ACA6-D4D9CE84C7F3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7" creationId="{AC5BF220-246B-0851-A042-74D683432714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9" creationId="{A405047E-DC3C-B645-7870-5535A835375E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10" creationId="{B8688BA9-6695-FFB8-B7D2-D5A20BA55FC6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11" creationId="{61570EA4-979A-7F48-BBDC-725930F1A347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12" creationId="{B8C6BEE7-E4C9-9A93-AC0F-82CA9820A5FD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13" creationId="{066096C6-676D-6363-A2DA-B37ECAA32FD0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14" creationId="{9202D05F-99B4-99B7-749B-4F56880BE379}"/>
          </ac:spMkLst>
        </pc:spChg>
        <pc:spChg chg="add mod">
          <ac:chgData name="Jacob Higgins" userId="2b5583e7-cd99-4b95-83ae-eb40a98abde0" providerId="ADAL" clId="{5EFAD8F4-6336-456E-9654-36721D58C357}" dt="2025-04-02T08:02:27.895" v="1495" actId="164"/>
          <ac:spMkLst>
            <pc:docMk/>
            <pc:sldMk cId="2462096833" sldId="268"/>
            <ac:spMk id="18" creationId="{0ACD92BD-947B-0109-83E7-AD9403F00D5E}"/>
          </ac:spMkLst>
        </pc:spChg>
        <pc:spChg chg="add mod">
          <ac:chgData name="Jacob Higgins" userId="2b5583e7-cd99-4b95-83ae-eb40a98abde0" providerId="ADAL" clId="{5EFAD8F4-6336-456E-9654-36721D58C357}" dt="2025-04-02T08:07:48.784" v="1520" actId="164"/>
          <ac:spMkLst>
            <pc:docMk/>
            <pc:sldMk cId="2462096833" sldId="268"/>
            <ac:spMk id="24" creationId="{FCD5EF11-F7FA-EC84-9E02-5AD7BA8D76D5}"/>
          </ac:spMkLst>
        </pc:spChg>
        <pc:spChg chg="add mod">
          <ac:chgData name="Jacob Higgins" userId="2b5583e7-cd99-4b95-83ae-eb40a98abde0" providerId="ADAL" clId="{5EFAD8F4-6336-456E-9654-36721D58C357}" dt="2025-04-02T08:07:48.784" v="1520" actId="164"/>
          <ac:spMkLst>
            <pc:docMk/>
            <pc:sldMk cId="2462096833" sldId="268"/>
            <ac:spMk id="27" creationId="{2E65179B-9E19-6327-606F-DF4C9CCE5F18}"/>
          </ac:spMkLst>
        </pc:spChg>
        <pc:grpChg chg="mod">
          <ac:chgData name="Jacob Higgins" userId="2b5583e7-cd99-4b95-83ae-eb40a98abde0" providerId="ADAL" clId="{5EFAD8F4-6336-456E-9654-36721D58C357}" dt="2025-04-02T08:07:48.784" v="1520" actId="164"/>
          <ac:grpSpMkLst>
            <pc:docMk/>
            <pc:sldMk cId="2462096833" sldId="268"/>
            <ac:grpSpMk id="20" creationId="{A42982BC-EA64-F7EF-0F8F-868B6B14DF80}"/>
          </ac:grpSpMkLst>
        </pc:grpChg>
        <pc:grpChg chg="add mod">
          <ac:chgData name="Jacob Higgins" userId="2b5583e7-cd99-4b95-83ae-eb40a98abde0" providerId="ADAL" clId="{5EFAD8F4-6336-456E-9654-36721D58C357}" dt="2025-04-02T08:07:48.784" v="1520" actId="164"/>
          <ac:grpSpMkLst>
            <pc:docMk/>
            <pc:sldMk cId="2462096833" sldId="268"/>
            <ac:grpSpMk id="29" creationId="{BBA9D5B7-3CAD-0DD7-4236-BB38A66DEEBF}"/>
          </ac:grpSpMkLst>
        </pc:grpChg>
        <pc:cxnChg chg="add mod">
          <ac:chgData name="Jacob Higgins" userId="2b5583e7-cd99-4b95-83ae-eb40a98abde0" providerId="ADAL" clId="{5EFAD8F4-6336-456E-9654-36721D58C357}" dt="2025-04-02T08:07:48.784" v="1520" actId="164"/>
          <ac:cxnSpMkLst>
            <pc:docMk/>
            <pc:sldMk cId="2462096833" sldId="268"/>
            <ac:cxnSpMk id="22" creationId="{092720F8-4D27-79FA-69DF-6FFE46E7ADB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9255-B7BC-4C29-5C6D-0EA79E7CA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C2553-B941-70DB-1FE6-7216DEEAE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137CC-CEB6-4DD6-FA97-38D91E08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CD765-8977-CFE5-A686-6E9B0232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3EB-F719-E526-BC91-B645E23B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75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814F-736D-D7AE-2170-85306D4B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F3D3F-879F-B8F4-3099-2EA993541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7FE90-1AC5-F60E-C041-B0B318E5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B2872-F8E7-F8F2-824E-04CCD07E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090B1-91C3-C9DE-5AE2-3CFD1AD8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9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977B-3804-2932-33A4-83294CDD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94B9C-2C42-609C-7866-D29EC3CA1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D8B6-2ECB-8757-85F9-1501DCC6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EFDB8-1624-41FB-3ECB-68E99A9C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F697D-557B-1188-44F9-D6B93185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364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4BF1-8B3E-60C0-A052-4D7A195B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142CF-78E4-5406-74D1-54C5610EB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6A758-00F0-896E-3B88-E99FDB1B6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E803C-9355-7311-4269-9DBE9D15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F2B31-C121-9152-42EC-6E5A9B12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AF0D3-FE8F-0349-6BB8-BF2AA4BD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91297-23F6-138C-4775-865F0886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05533-9989-91A8-DBFC-6D7B3E02D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86CCA-938D-E36E-7993-6E5ED173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1DF11-3069-9BE8-5260-522074D32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4D8E4-62FD-E8D4-286D-D6022CA40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1B2896-5124-4AA7-865B-FA40B915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D13C6-657C-F6E8-2747-4D43B0F3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E2C95-F232-CC00-37FC-66AC56E8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05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313A-6E4B-1970-2B14-3380B705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19F1B-4853-9EF3-3205-5F1147E2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79D0C-5F5F-1D0C-AD59-2C2A32B4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8842E-7F50-00A2-82EC-3002AF08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8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C2F15-CD62-B043-DEBB-3ED6CE9A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42EAF-9EC8-5411-3E70-1B0F0A68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CDE6E-3EE9-F006-E955-65C9E01B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89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F2DF-77EE-4B29-59CA-D1CF99316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3BE64-15FD-776B-BCA7-A7BAEB5A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417B2-5BB5-246B-B690-C681B7446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CCF84-3983-869D-B07C-8B75ABE2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E0756-2523-2AB1-105F-D5962AAA3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59BD4-EB82-E012-5217-1394BCE9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73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BAA4-E244-FB33-7B45-784060FC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98BCB-5C02-E565-E269-54982B42F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C214A-D975-918D-6B9A-37C7B453B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83DCA-E701-2216-20CF-650A6802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953B3-9D1A-2045-097B-FD32C15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40207-304D-EFE4-9B63-2CD3C5A1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32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AB34-B772-C578-5E17-B0EF681D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F153B-EB66-8E1E-9030-8BA5A3BC6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99BDE-F210-DA6C-8AF0-1882FB13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AC14F-CB76-1A96-E182-6B7D41425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5E66-4DDC-BDBB-7392-9E61003A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41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D55E2-1320-2A13-1D09-B70CBCB08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561DB-D229-5310-E503-26CCDFBA4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3C31F-4342-275A-A96F-84C7129C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2162D-9EC9-A166-5C5A-29114F1B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4122B-F606-4807-CCAD-A45B5EAE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89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8D66C-838D-7F29-A169-F00B2FD5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03F2E-9040-ED57-D7F0-A71611CCF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4D1F4-908C-56E6-4F99-CBCFA1C7A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C65AA-D08D-4D2E-8D26-9E28147D0FE6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F41F5-9786-AF24-5850-D96B3406D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6B7F3-5945-85E8-14DA-CE9F937D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68FB2-460A-42BB-B748-39709337C3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31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20.png"/><Relationship Id="rId16" Type="http://schemas.openxmlformats.org/officeDocument/2006/relationships/image" Target="../media/image33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19" Type="http://schemas.openxmlformats.org/officeDocument/2006/relationships/image" Target="../media/image35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C06269-2481-5F14-2D9C-E2B9BF66A8E9}"/>
              </a:ext>
            </a:extLst>
          </p:cNvPr>
          <p:cNvSpPr/>
          <p:nvPr/>
        </p:nvSpPr>
        <p:spPr>
          <a:xfrm>
            <a:off x="5845446" y="2605464"/>
            <a:ext cx="5005578" cy="3705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080D3C-E779-4A06-2540-5DC0ED98329D}"/>
              </a:ext>
            </a:extLst>
          </p:cNvPr>
          <p:cNvSpPr/>
          <p:nvPr/>
        </p:nvSpPr>
        <p:spPr>
          <a:xfrm>
            <a:off x="10851023" y="2605464"/>
            <a:ext cx="4284201" cy="3705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669ABD-C2A0-621B-5C6D-7C369B913AC2}"/>
              </a:ext>
            </a:extLst>
          </p:cNvPr>
          <p:cNvSpPr/>
          <p:nvPr/>
        </p:nvSpPr>
        <p:spPr>
          <a:xfrm>
            <a:off x="585429" y="2605464"/>
            <a:ext cx="5262921" cy="3705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F021C-9A74-4306-C173-7184AD261ACC}"/>
              </a:ext>
            </a:extLst>
          </p:cNvPr>
          <p:cNvSpPr txBox="1"/>
          <p:nvPr/>
        </p:nvSpPr>
        <p:spPr>
          <a:xfrm>
            <a:off x="3958012" y="4052841"/>
            <a:ext cx="1655064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Simons’ Plume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EA5A9-A354-165E-7930-02509E350335}"/>
              </a:ext>
            </a:extLst>
          </p:cNvPr>
          <p:cNvSpPr txBox="1"/>
          <p:nvPr/>
        </p:nvSpPr>
        <p:spPr>
          <a:xfrm>
            <a:off x="3584465" y="2773446"/>
            <a:ext cx="2038499" cy="71485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Thruster Parameters</a:t>
            </a:r>
          </a:p>
          <a:p>
            <a:pPr algn="ctr"/>
            <a:r>
              <a:rPr lang="en-GB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Table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B4722-2A46-2822-FC1E-766B25AC8803}"/>
              </a:ext>
            </a:extLst>
          </p:cNvPr>
          <p:cNvSpPr txBox="1"/>
          <p:nvPr/>
        </p:nvSpPr>
        <p:spPr>
          <a:xfrm>
            <a:off x="13236360" y="5341635"/>
            <a:ext cx="1586596" cy="714851"/>
          </a:xfrm>
          <a:prstGeom prst="roundRect">
            <a:avLst>
              <a:gd name="adj" fmla="val 32331"/>
            </a:avLst>
          </a:prstGeom>
          <a:solidFill>
            <a:srgbClr val="46B1E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Adhesive Melting Temps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741E6-E550-A512-75F5-67CBC61BE0B4}"/>
              </a:ext>
            </a:extLst>
          </p:cNvPr>
          <p:cNvSpPr txBox="1"/>
          <p:nvPr/>
        </p:nvSpPr>
        <p:spPr>
          <a:xfrm>
            <a:off x="11165716" y="5330797"/>
            <a:ext cx="1906627" cy="714851"/>
          </a:xfrm>
          <a:prstGeom prst="roundRect">
            <a:avLst>
              <a:gd name="adj" fmla="val 32331"/>
            </a:avLst>
          </a:prstGeom>
          <a:solidFill>
            <a:srgbClr val="E59ED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Temperature Rise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3429F2-B7B9-C2E7-254C-1BDE21FDB681}"/>
                  </a:ext>
                </a:extLst>
              </p:cNvPr>
              <p:cNvSpPr txBox="1"/>
              <p:nvPr/>
            </p:nvSpPr>
            <p:spPr>
              <a:xfrm>
                <a:off x="1871405" y="3715255"/>
                <a:ext cx="28669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3429F2-B7B9-C2E7-254C-1BDE21FDB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405" y="3715255"/>
                <a:ext cx="2866930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FD6A6D6-3270-C1EF-A897-B10990EDC3AD}"/>
                  </a:ext>
                </a:extLst>
              </p:cNvPr>
              <p:cNvSpPr txBox="1"/>
              <p:nvPr/>
            </p:nvSpPr>
            <p:spPr>
              <a:xfrm>
                <a:off x="1446519" y="4447605"/>
                <a:ext cx="28669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𝑓𝑟𝑎𝑐𝑡𝑖𝑜𝑛𝑠</m:t>
                      </m:r>
                    </m:oMath>
                  </m:oMathPara>
                </a14:m>
                <a:endParaRPr lang="en-GB" sz="1600" b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FD6A6D6-3270-C1EF-A897-B10990EDC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519" y="4447605"/>
                <a:ext cx="2866930" cy="338554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B981B00-D863-00A8-C4EF-47D0DB0A5A10}"/>
                  </a:ext>
                </a:extLst>
              </p:cNvPr>
              <p:cNvSpPr txBox="1"/>
              <p:nvPr/>
            </p:nvSpPr>
            <p:spPr>
              <a:xfrm>
                <a:off x="1391928" y="4065557"/>
                <a:ext cx="28669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en-GB" b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B981B00-D863-00A8-C4EF-47D0DB0A5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8" y="4065557"/>
                <a:ext cx="2866930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E20AB511-2823-7FD6-D0C7-30B0102DBA80}"/>
              </a:ext>
            </a:extLst>
          </p:cNvPr>
          <p:cNvCxnSpPr>
            <a:cxnSpLocks/>
          </p:cNvCxnSpPr>
          <p:nvPr/>
        </p:nvCxnSpPr>
        <p:spPr>
          <a:xfrm>
            <a:off x="1745330" y="3465773"/>
            <a:ext cx="1651016" cy="587068"/>
          </a:xfrm>
          <a:prstGeom prst="bentConnector3">
            <a:avLst>
              <a:gd name="adj1" fmla="val -134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563E0C55-19F5-409C-1795-FEE91777BBD6}"/>
              </a:ext>
            </a:extLst>
          </p:cNvPr>
          <p:cNvCxnSpPr>
            <a:cxnSpLocks/>
          </p:cNvCxnSpPr>
          <p:nvPr/>
        </p:nvCxnSpPr>
        <p:spPr>
          <a:xfrm>
            <a:off x="1534589" y="3465773"/>
            <a:ext cx="1861757" cy="944494"/>
          </a:xfrm>
          <a:prstGeom prst="bentConnector3">
            <a:avLst>
              <a:gd name="adj1" fmla="val -13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A97933DD-F68D-89A3-9F75-2F540CAF6E66}"/>
              </a:ext>
            </a:extLst>
          </p:cNvPr>
          <p:cNvCxnSpPr>
            <a:cxnSpLocks/>
          </p:cNvCxnSpPr>
          <p:nvPr/>
        </p:nvCxnSpPr>
        <p:spPr>
          <a:xfrm>
            <a:off x="1353352" y="3465773"/>
            <a:ext cx="2042994" cy="1264580"/>
          </a:xfrm>
          <a:prstGeom prst="bentConnector3">
            <a:avLst>
              <a:gd name="adj1" fmla="val -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059335-D09C-69D2-8DC1-136B5DE3372B}"/>
              </a:ext>
            </a:extLst>
          </p:cNvPr>
          <p:cNvSpPr txBox="1"/>
          <p:nvPr/>
        </p:nvSpPr>
        <p:spPr>
          <a:xfrm>
            <a:off x="637144" y="2774991"/>
            <a:ext cx="1866424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NASA’s</a:t>
            </a:r>
          </a:p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CEARUN rev4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EDE45F3-A4E6-7684-886B-FA457BBF7022}"/>
              </a:ext>
            </a:extLst>
          </p:cNvPr>
          <p:cNvCxnSpPr>
            <a:cxnSpLocks/>
          </p:cNvCxnSpPr>
          <p:nvPr/>
        </p:nvCxnSpPr>
        <p:spPr>
          <a:xfrm>
            <a:off x="3379831" y="4052508"/>
            <a:ext cx="576382" cy="357426"/>
          </a:xfrm>
          <a:prstGeom prst="bentConnector3">
            <a:avLst>
              <a:gd name="adj1" fmla="val 508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D6CB12F-1961-37DA-7C04-6FC8793DB103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396346" y="4410267"/>
            <a:ext cx="561666" cy="320086"/>
          </a:xfrm>
          <a:prstGeom prst="bentConnector3">
            <a:avLst>
              <a:gd name="adj1" fmla="val 491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505BA7B-37AD-1C6D-B233-C25AD013BBA0}"/>
              </a:ext>
            </a:extLst>
          </p:cNvPr>
          <p:cNvCxnSpPr>
            <a:cxnSpLocks/>
          </p:cNvCxnSpPr>
          <p:nvPr/>
        </p:nvCxnSpPr>
        <p:spPr>
          <a:xfrm>
            <a:off x="3396346" y="4410266"/>
            <a:ext cx="3762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4D567864-A5B4-B805-1C8B-58DBE53A0858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rot="16200000" flipH="1">
            <a:off x="4412357" y="3679654"/>
            <a:ext cx="564544" cy="1818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8D5C18EB-0843-984A-0DA7-8140EBAC8C04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rot="10800000" flipV="1">
            <a:off x="2503569" y="3130871"/>
            <a:ext cx="1080897" cy="154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2AFC9763-7D04-DA89-14F7-495E495C7634}"/>
              </a:ext>
            </a:extLst>
          </p:cNvPr>
          <p:cNvSpPr txBox="1"/>
          <p:nvPr/>
        </p:nvSpPr>
        <p:spPr>
          <a:xfrm>
            <a:off x="3915376" y="5105278"/>
            <a:ext cx="1740336" cy="1015841"/>
          </a:xfrm>
          <a:prstGeom prst="roundRect">
            <a:avLst>
              <a:gd name="adj" fmla="val 32331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Flow Regime for Impingement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287871E-C0D3-6C49-7572-1BB73DE64A77}"/>
              </a:ext>
            </a:extLst>
          </p:cNvPr>
          <p:cNvCxnSpPr>
            <a:cxnSpLocks/>
            <a:stCxn id="6" idx="2"/>
            <a:endCxn id="101" idx="0"/>
          </p:cNvCxnSpPr>
          <p:nvPr/>
        </p:nvCxnSpPr>
        <p:spPr>
          <a:xfrm>
            <a:off x="4785544" y="4767692"/>
            <a:ext cx="0" cy="337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313C168-7A96-B1C1-115A-8D0512A4857A}"/>
                  </a:ext>
                </a:extLst>
              </p:cNvPr>
              <p:cNvSpPr txBox="1"/>
              <p:nvPr/>
            </p:nvSpPr>
            <p:spPr>
              <a:xfrm>
                <a:off x="4768494" y="4754458"/>
                <a:ext cx="370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313C168-7A96-B1C1-115A-8D0512A48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494" y="4754458"/>
                <a:ext cx="370939" cy="369332"/>
              </a:xfrm>
              <a:prstGeom prst="rect">
                <a:avLst/>
              </a:prstGeom>
              <a:blipFill>
                <a:blip r:embed="rId5"/>
                <a:stretch>
                  <a:fillRect r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688F546-09DE-E815-1F1C-6B2C66F6EECF}"/>
                  </a:ext>
                </a:extLst>
              </p:cNvPr>
              <p:cNvSpPr txBox="1"/>
              <p:nvPr/>
            </p:nvSpPr>
            <p:spPr>
              <a:xfrm>
                <a:off x="4250992" y="3450276"/>
                <a:ext cx="665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688F546-09DE-E815-1F1C-6B2C66F6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992" y="3450276"/>
                <a:ext cx="665361" cy="369332"/>
              </a:xfrm>
              <a:prstGeom prst="rect">
                <a:avLst/>
              </a:prstGeom>
              <a:blipFill>
                <a:blip r:embed="rId6"/>
                <a:stretch>
                  <a:fillRect r="-4587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5E3FD40-EEDE-3F80-394D-AD41BF17BC97}"/>
                  </a:ext>
                </a:extLst>
              </p:cNvPr>
              <p:cNvSpPr txBox="1"/>
              <p:nvPr/>
            </p:nvSpPr>
            <p:spPr>
              <a:xfrm>
                <a:off x="2610891" y="2785485"/>
                <a:ext cx="973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5E3FD40-EEDE-3F80-394D-AD41BF17B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891" y="2785485"/>
                <a:ext cx="973575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16F9FDB-E7F8-72A6-7AE0-88787A551EDA}"/>
                  </a:ext>
                </a:extLst>
              </p:cNvPr>
              <p:cNvSpPr txBox="1"/>
              <p:nvPr/>
            </p:nvSpPr>
            <p:spPr>
              <a:xfrm>
                <a:off x="2516830" y="3070723"/>
                <a:ext cx="973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𝑟𝑒𝑎𝑐𝑡𝑎𝑛𝑡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16F9FDB-E7F8-72A6-7AE0-88787A551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830" y="3070723"/>
                <a:ext cx="973575" cy="369332"/>
              </a:xfrm>
              <a:prstGeom prst="rect">
                <a:avLst/>
              </a:prstGeom>
              <a:blipFill>
                <a:blip r:embed="rId8"/>
                <a:stretch>
                  <a:fillRect r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EFFDE1E-E679-EA5E-A8BE-6D9D3713A0D2}"/>
              </a:ext>
            </a:extLst>
          </p:cNvPr>
          <p:cNvCxnSpPr>
            <a:cxnSpLocks/>
            <a:stCxn id="6" idx="3"/>
            <a:endCxn id="122" idx="1"/>
          </p:cNvCxnSpPr>
          <p:nvPr/>
        </p:nvCxnSpPr>
        <p:spPr>
          <a:xfrm flipV="1">
            <a:off x="5613076" y="4407622"/>
            <a:ext cx="395640" cy="2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9F06E08-7023-3DC3-7B14-E392A960E19B}"/>
              </a:ext>
            </a:extLst>
          </p:cNvPr>
          <p:cNvSpPr txBox="1"/>
          <p:nvPr/>
        </p:nvSpPr>
        <p:spPr>
          <a:xfrm>
            <a:off x="8916774" y="2771875"/>
            <a:ext cx="1828800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Momentum Transfer Model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8E2545A-EFBF-41BB-91CF-E209B8085D63}"/>
              </a:ext>
            </a:extLst>
          </p:cNvPr>
          <p:cNvSpPr txBox="1"/>
          <p:nvPr/>
        </p:nvSpPr>
        <p:spPr>
          <a:xfrm>
            <a:off x="8915925" y="5330800"/>
            <a:ext cx="1828800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Energy Transfer Model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4661C8E-3A54-1941-B9C1-5ED2951BDDA5}"/>
              </a:ext>
            </a:extLst>
          </p:cNvPr>
          <p:cNvSpPr txBox="1"/>
          <p:nvPr/>
        </p:nvSpPr>
        <p:spPr>
          <a:xfrm>
            <a:off x="8985055" y="4115709"/>
            <a:ext cx="1690540" cy="71485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Accommodation Coefficients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03A9062-03BF-2712-4B10-16A3FC4E4035}"/>
              </a:ext>
            </a:extLst>
          </p:cNvPr>
          <p:cNvSpPr txBox="1"/>
          <p:nvPr/>
        </p:nvSpPr>
        <p:spPr>
          <a:xfrm>
            <a:off x="5911907" y="2735205"/>
            <a:ext cx="1054533" cy="71485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Debris Surface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8C8CEA5-2A60-F675-1AAC-819B0117039A}"/>
              </a:ext>
            </a:extLst>
          </p:cNvPr>
          <p:cNvSpPr txBox="1"/>
          <p:nvPr/>
        </p:nvSpPr>
        <p:spPr>
          <a:xfrm>
            <a:off x="6008716" y="3899701"/>
            <a:ext cx="1684876" cy="1015841"/>
          </a:xfrm>
          <a:prstGeom prst="roundRect">
            <a:avLst>
              <a:gd name="adj" fmla="val 32331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Flow Condition at Debris</a:t>
            </a:r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7789C1D6-0B07-D188-61F0-1F00409499E4}"/>
              </a:ext>
            </a:extLst>
          </p:cNvPr>
          <p:cNvCxnSpPr>
            <a:cxnSpLocks/>
            <a:stCxn id="121" idx="2"/>
            <a:endCxn id="122" idx="0"/>
          </p:cNvCxnSpPr>
          <p:nvPr/>
        </p:nvCxnSpPr>
        <p:spPr>
          <a:xfrm rot="16200000" flipH="1">
            <a:off x="6420342" y="3468888"/>
            <a:ext cx="449645" cy="411980"/>
          </a:xfrm>
          <a:prstGeom prst="bentConnector3">
            <a:avLst>
              <a:gd name="adj1" fmla="val 6588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7BE225C-CA46-F345-6AE6-5FE8A846A1E0}"/>
                  </a:ext>
                </a:extLst>
              </p:cNvPr>
              <p:cNvSpPr txBox="1"/>
              <p:nvPr/>
            </p:nvSpPr>
            <p:spPr>
              <a:xfrm>
                <a:off x="6182996" y="3417941"/>
                <a:ext cx="973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7BE225C-CA46-F345-6AE6-5FE8A846A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996" y="3417941"/>
                <a:ext cx="973575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7CD8B19-686E-D0D6-0C11-69DFB32A4BFD}"/>
                  </a:ext>
                </a:extLst>
              </p:cNvPr>
              <p:cNvSpPr txBox="1"/>
              <p:nvPr/>
            </p:nvSpPr>
            <p:spPr>
              <a:xfrm>
                <a:off x="7636401" y="4078053"/>
                <a:ext cx="794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7CD8B19-686E-D0D6-0C11-69DFB32A4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401" y="4078053"/>
                <a:ext cx="794079" cy="369332"/>
              </a:xfrm>
              <a:prstGeom prst="rect">
                <a:avLst/>
              </a:prstGeom>
              <a:blipFill>
                <a:blip r:embed="rId10"/>
                <a:stretch>
                  <a:fillRect r="-192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E8FCB80-E653-6D6B-D32D-B7B7A941B8AE}"/>
              </a:ext>
            </a:extLst>
          </p:cNvPr>
          <p:cNvCxnSpPr>
            <a:cxnSpLocks/>
            <a:stCxn id="122" idx="3"/>
            <a:endCxn id="118" idx="1"/>
          </p:cNvCxnSpPr>
          <p:nvPr/>
        </p:nvCxnSpPr>
        <p:spPr>
          <a:xfrm flipV="1">
            <a:off x="7693592" y="3129301"/>
            <a:ext cx="1223182" cy="1278321"/>
          </a:xfrm>
          <a:prstGeom prst="bentConnector3">
            <a:avLst>
              <a:gd name="adj1" fmla="val 7647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9DB77312-7AA3-F680-C8D5-9564B6E6F80B}"/>
              </a:ext>
            </a:extLst>
          </p:cNvPr>
          <p:cNvCxnSpPr>
            <a:cxnSpLocks/>
            <a:stCxn id="122" idx="3"/>
            <a:endCxn id="119" idx="1"/>
          </p:cNvCxnSpPr>
          <p:nvPr/>
        </p:nvCxnSpPr>
        <p:spPr>
          <a:xfrm>
            <a:off x="7693592" y="4407622"/>
            <a:ext cx="1222333" cy="1280604"/>
          </a:xfrm>
          <a:prstGeom prst="bentConnector3">
            <a:avLst>
              <a:gd name="adj1" fmla="val 7649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D528E035-A027-D5C1-AB0A-9EDFCD0B3700}"/>
              </a:ext>
            </a:extLst>
          </p:cNvPr>
          <p:cNvCxnSpPr>
            <a:cxnSpLocks/>
            <a:stCxn id="121" idx="3"/>
          </p:cNvCxnSpPr>
          <p:nvPr/>
        </p:nvCxnSpPr>
        <p:spPr>
          <a:xfrm>
            <a:off x="6966440" y="3092631"/>
            <a:ext cx="1672948" cy="8361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77CA9051-6A9B-9C94-E5A2-112999FFF1E5}"/>
                  </a:ext>
                </a:extLst>
              </p:cNvPr>
              <p:cNvSpPr txBox="1"/>
              <p:nvPr/>
            </p:nvSpPr>
            <p:spPr>
              <a:xfrm>
                <a:off x="6886154" y="2765118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77CA9051-6A9B-9C94-E5A2-112999FFF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154" y="2765118"/>
                <a:ext cx="77898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FB24813-3AAF-EC17-4797-A7612F9D56F5}"/>
              </a:ext>
            </a:extLst>
          </p:cNvPr>
          <p:cNvCxnSpPr>
            <a:cxnSpLocks/>
            <a:stCxn id="120" idx="0"/>
            <a:endCxn id="118" idx="2"/>
          </p:cNvCxnSpPr>
          <p:nvPr/>
        </p:nvCxnSpPr>
        <p:spPr>
          <a:xfrm flipV="1">
            <a:off x="9830325" y="3486726"/>
            <a:ext cx="849" cy="628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D6ABA598-CC4E-5E3A-DEEB-92572B970D25}"/>
                  </a:ext>
                </a:extLst>
              </p:cNvPr>
              <p:cNvSpPr txBox="1"/>
              <p:nvPr/>
            </p:nvSpPr>
            <p:spPr>
              <a:xfrm>
                <a:off x="9441680" y="3645876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D6ABA598-CC4E-5E3A-DEEB-92572B97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680" y="3645876"/>
                <a:ext cx="77898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8578C7D0-721B-C0EA-CF5C-78A76F3E18E7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9830325" y="4830560"/>
            <a:ext cx="0" cy="500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AEC30843-A418-0E32-1804-5F1032AFCEBF}"/>
                  </a:ext>
                </a:extLst>
              </p:cNvPr>
              <p:cNvSpPr txBox="1"/>
              <p:nvPr/>
            </p:nvSpPr>
            <p:spPr>
              <a:xfrm>
                <a:off x="9598571" y="4863258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AEC30843-A418-0E32-1804-5F1032AFC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571" y="4863258"/>
                <a:ext cx="77898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TextBox 175">
            <a:extLst>
              <a:ext uri="{FF2B5EF4-FFF2-40B4-BE49-F238E27FC236}">
                <a16:creationId xmlns:a16="http://schemas.microsoft.com/office/drawing/2014/main" id="{F7BEC342-44F6-2DAC-ABDF-B163163EF586}"/>
              </a:ext>
            </a:extLst>
          </p:cNvPr>
          <p:cNvSpPr txBox="1"/>
          <p:nvPr/>
        </p:nvSpPr>
        <p:spPr>
          <a:xfrm>
            <a:off x="585429" y="5953345"/>
            <a:ext cx="1740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Plume Model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DAFC035-0552-CBB4-60D3-FE1C00E32410}"/>
              </a:ext>
            </a:extLst>
          </p:cNvPr>
          <p:cNvSpPr txBox="1"/>
          <p:nvPr/>
        </p:nvSpPr>
        <p:spPr>
          <a:xfrm>
            <a:off x="5819532" y="5947461"/>
            <a:ext cx="2291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Impingement Model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233744B-B5D4-2FA1-42A2-88B35D286D01}"/>
              </a:ext>
            </a:extLst>
          </p:cNvPr>
          <p:cNvCxnSpPr>
            <a:cxnSpLocks/>
            <a:stCxn id="15" idx="1"/>
            <a:endCxn id="15" idx="3"/>
          </p:cNvCxnSpPr>
          <p:nvPr/>
        </p:nvCxnSpPr>
        <p:spPr>
          <a:xfrm>
            <a:off x="10851023" y="4458296"/>
            <a:ext cx="42842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7F164A60-C26C-6594-1712-F0FA475246A3}"/>
              </a:ext>
            </a:extLst>
          </p:cNvPr>
          <p:cNvSpPr txBox="1"/>
          <p:nvPr/>
        </p:nvSpPr>
        <p:spPr>
          <a:xfrm>
            <a:off x="13302921" y="4576214"/>
            <a:ext cx="1458887" cy="413861"/>
          </a:xfrm>
          <a:prstGeom prst="roundRect">
            <a:avLst>
              <a:gd name="adj" fmla="val 32331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Safety Margin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FBA2FF3-8534-4E43-E218-155BF2F510D6}"/>
              </a:ext>
            </a:extLst>
          </p:cNvPr>
          <p:cNvSpPr txBox="1"/>
          <p:nvPr/>
        </p:nvSpPr>
        <p:spPr>
          <a:xfrm>
            <a:off x="11206655" y="4648467"/>
            <a:ext cx="1829133" cy="41386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Impingement Time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AF5474A-D24C-1EA4-07D7-21354F730F2E}"/>
              </a:ext>
            </a:extLst>
          </p:cNvPr>
          <p:cNvCxnSpPr>
            <a:stCxn id="11" idx="0"/>
            <a:endCxn id="185" idx="2"/>
          </p:cNvCxnSpPr>
          <p:nvPr/>
        </p:nvCxnSpPr>
        <p:spPr>
          <a:xfrm flipV="1">
            <a:off x="14029658" y="4990075"/>
            <a:ext cx="2707" cy="351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5E2688C9-C4A9-4888-2222-73CFB1211C77}"/>
              </a:ext>
            </a:extLst>
          </p:cNvPr>
          <p:cNvCxnSpPr>
            <a:stCxn id="12" idx="3"/>
            <a:endCxn id="185" idx="1"/>
          </p:cNvCxnSpPr>
          <p:nvPr/>
        </p:nvCxnSpPr>
        <p:spPr>
          <a:xfrm flipV="1">
            <a:off x="13072343" y="4783145"/>
            <a:ext cx="230578" cy="905078"/>
          </a:xfrm>
          <a:prstGeom prst="bentConnector3">
            <a:avLst>
              <a:gd name="adj1" fmla="val 301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FE8A268-8D64-022B-D8F8-0CD79A509B2F}"/>
              </a:ext>
            </a:extLst>
          </p:cNvPr>
          <p:cNvCxnSpPr>
            <a:stCxn id="119" idx="3"/>
            <a:endCxn id="12" idx="1"/>
          </p:cNvCxnSpPr>
          <p:nvPr/>
        </p:nvCxnSpPr>
        <p:spPr>
          <a:xfrm flipV="1">
            <a:off x="10744725" y="5688223"/>
            <a:ext cx="420991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EA61144C-0715-4E42-7516-E7B0BDB59F14}"/>
              </a:ext>
            </a:extLst>
          </p:cNvPr>
          <p:cNvCxnSpPr>
            <a:cxnSpLocks/>
            <a:stCxn id="156" idx="2"/>
            <a:endCxn id="12" idx="0"/>
          </p:cNvCxnSpPr>
          <p:nvPr/>
        </p:nvCxnSpPr>
        <p:spPr>
          <a:xfrm rot="5400000">
            <a:off x="11985892" y="5195466"/>
            <a:ext cx="268469" cy="21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1252872-DE75-FDA3-A1A6-153BC1F392EC}"/>
                  </a:ext>
                </a:extLst>
              </p:cNvPr>
              <p:cNvSpPr txBox="1"/>
              <p:nvPr/>
            </p:nvSpPr>
            <p:spPr>
              <a:xfrm>
                <a:off x="11838025" y="4999659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1252872-DE75-FDA3-A1A6-153BC1F39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8025" y="4999659"/>
                <a:ext cx="77898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C3C8F52-FDF0-E85F-ECF4-7D53664674C9}"/>
                  </a:ext>
                </a:extLst>
              </p:cNvPr>
              <p:cNvSpPr txBox="1"/>
              <p:nvPr/>
            </p:nvSpPr>
            <p:spPr>
              <a:xfrm>
                <a:off x="10526235" y="5306322"/>
                <a:ext cx="778987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̇"/>
                          <m:ctrlPr>
                            <a:rPr lang="en-GB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C3C8F52-FDF0-E85F-ECF4-7D5366467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235" y="5306322"/>
                <a:ext cx="778987" cy="4031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0B160A29-864A-2E6B-7B6A-94A6FC767192}"/>
                  </a:ext>
                </a:extLst>
              </p:cNvPr>
              <p:cNvSpPr txBox="1"/>
              <p:nvPr/>
            </p:nvSpPr>
            <p:spPr>
              <a:xfrm>
                <a:off x="11194980" y="3953001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0B160A29-864A-2E6B-7B6A-94A6FC767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4980" y="3953001"/>
                <a:ext cx="77898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017B4A4B-4608-FB42-293D-31A16A6779E3}"/>
                  </a:ext>
                </a:extLst>
              </p:cNvPr>
              <p:cNvSpPr txBox="1"/>
              <p:nvPr/>
            </p:nvSpPr>
            <p:spPr>
              <a:xfrm>
                <a:off x="13901507" y="5014140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017B4A4B-4608-FB42-293D-31A16A677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1507" y="5014140"/>
                <a:ext cx="778987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" name="TextBox 212">
            <a:extLst>
              <a:ext uri="{FF2B5EF4-FFF2-40B4-BE49-F238E27FC236}">
                <a16:creationId xmlns:a16="http://schemas.microsoft.com/office/drawing/2014/main" id="{3FA0C3C7-1773-ED71-5676-4CA108346AE1}"/>
              </a:ext>
            </a:extLst>
          </p:cNvPr>
          <p:cNvSpPr txBox="1"/>
          <p:nvPr/>
        </p:nvSpPr>
        <p:spPr>
          <a:xfrm>
            <a:off x="10780863" y="5980159"/>
            <a:ext cx="311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Scenario 2: Adhesive Melting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4A8E334-315E-C7AB-6DE3-2AE7E02EF40A}"/>
              </a:ext>
            </a:extLst>
          </p:cNvPr>
          <p:cNvSpPr txBox="1"/>
          <p:nvPr/>
        </p:nvSpPr>
        <p:spPr>
          <a:xfrm>
            <a:off x="10819837" y="2563179"/>
            <a:ext cx="345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Scenario 1: Fracture Propagation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F8755F3-0AAC-21F5-7BFD-EB37CD70BB48}"/>
              </a:ext>
            </a:extLst>
          </p:cNvPr>
          <p:cNvSpPr txBox="1"/>
          <p:nvPr/>
        </p:nvSpPr>
        <p:spPr>
          <a:xfrm>
            <a:off x="11230256" y="3165813"/>
            <a:ext cx="1386756" cy="714851"/>
          </a:xfrm>
          <a:prstGeom prst="roundRect">
            <a:avLst>
              <a:gd name="adj" fmla="val 32331"/>
            </a:avLst>
          </a:prstGeom>
          <a:solidFill>
            <a:srgbClr val="E59ED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Peak Stress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13B336F-AC57-9626-B46B-7E429B5E98DA}"/>
              </a:ext>
            </a:extLst>
          </p:cNvPr>
          <p:cNvSpPr txBox="1"/>
          <p:nvPr/>
        </p:nvSpPr>
        <p:spPr>
          <a:xfrm>
            <a:off x="13281122" y="3025959"/>
            <a:ext cx="1497071" cy="41386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Irwin’s Model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3FD2D1C-CCD9-6E39-9700-6E634EB46CE2}"/>
              </a:ext>
            </a:extLst>
          </p:cNvPr>
          <p:cNvSpPr txBox="1"/>
          <p:nvPr/>
        </p:nvSpPr>
        <p:spPr>
          <a:xfrm>
            <a:off x="13302921" y="3937800"/>
            <a:ext cx="1458887" cy="413861"/>
          </a:xfrm>
          <a:prstGeom prst="roundRect">
            <a:avLst>
              <a:gd name="adj" fmla="val 32331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Safety Margin</a:t>
            </a:r>
          </a:p>
        </p:txBody>
      </p: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926412F9-FEE3-A746-0DF6-73D33DEC4784}"/>
              </a:ext>
            </a:extLst>
          </p:cNvPr>
          <p:cNvCxnSpPr>
            <a:cxnSpLocks/>
            <a:stCxn id="118" idx="3"/>
            <a:endCxn id="215" idx="1"/>
          </p:cNvCxnSpPr>
          <p:nvPr/>
        </p:nvCxnSpPr>
        <p:spPr>
          <a:xfrm>
            <a:off x="10745574" y="3129301"/>
            <a:ext cx="484682" cy="393938"/>
          </a:xfrm>
          <a:prstGeom prst="bentConnector3">
            <a:avLst>
              <a:gd name="adj1" fmla="val 735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25DEBE4-FCC2-C870-826F-8CB62538109B}"/>
                  </a:ext>
                </a:extLst>
              </p:cNvPr>
              <p:cNvSpPr txBox="1"/>
              <p:nvPr/>
            </p:nvSpPr>
            <p:spPr>
              <a:xfrm>
                <a:off x="10711327" y="2790977"/>
                <a:ext cx="794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25DEBE4-FCC2-C870-826F-8CB62538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327" y="2790977"/>
                <a:ext cx="79407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63D37D9E-15EF-654E-89DD-DD9BE6553352}"/>
              </a:ext>
            </a:extLst>
          </p:cNvPr>
          <p:cNvCxnSpPr>
            <a:cxnSpLocks/>
            <a:endCxn id="215" idx="2"/>
          </p:cNvCxnSpPr>
          <p:nvPr/>
        </p:nvCxnSpPr>
        <p:spPr>
          <a:xfrm rot="5400000" flipH="1" flipV="1">
            <a:off x="10585394" y="4337908"/>
            <a:ext cx="1795484" cy="880996"/>
          </a:xfrm>
          <a:prstGeom prst="bentConnector3">
            <a:avLst>
              <a:gd name="adj1" fmla="val 7758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24529A2D-A3F2-3213-E0F7-DEB05EF84061}"/>
              </a:ext>
            </a:extLst>
          </p:cNvPr>
          <p:cNvCxnSpPr>
            <a:cxnSpLocks/>
            <a:stCxn id="215" idx="3"/>
            <a:endCxn id="218" idx="1"/>
          </p:cNvCxnSpPr>
          <p:nvPr/>
        </p:nvCxnSpPr>
        <p:spPr>
          <a:xfrm>
            <a:off x="12617012" y="3523239"/>
            <a:ext cx="685909" cy="621492"/>
          </a:xfrm>
          <a:prstGeom prst="bentConnector3">
            <a:avLst>
              <a:gd name="adj1" fmla="val 203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DC9B3FC4-8336-55AF-9F70-87317C02BB32}"/>
                  </a:ext>
                </a:extLst>
              </p:cNvPr>
              <p:cNvSpPr txBox="1"/>
              <p:nvPr/>
            </p:nvSpPr>
            <p:spPr>
              <a:xfrm>
                <a:off x="12642902" y="3785216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DC9B3FC4-8336-55AF-9F70-87317C02B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902" y="3785216"/>
                <a:ext cx="77898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0CD49901-3637-F68B-2942-FCD7DDE09526}"/>
              </a:ext>
            </a:extLst>
          </p:cNvPr>
          <p:cNvCxnSpPr>
            <a:stCxn id="216" idx="2"/>
            <a:endCxn id="218" idx="0"/>
          </p:cNvCxnSpPr>
          <p:nvPr/>
        </p:nvCxnSpPr>
        <p:spPr>
          <a:xfrm>
            <a:off x="14029658" y="3439820"/>
            <a:ext cx="2707" cy="497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D88D7E2-7E02-C671-D8A2-89C53444BD1D}"/>
                  </a:ext>
                </a:extLst>
              </p:cNvPr>
              <p:cNvSpPr txBox="1"/>
              <p:nvPr/>
            </p:nvSpPr>
            <p:spPr>
              <a:xfrm>
                <a:off x="13910690" y="3466059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D88D7E2-7E02-C671-D8A2-89C53444B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0690" y="3466059"/>
                <a:ext cx="778987" cy="369332"/>
              </a:xfrm>
              <a:prstGeom prst="rect">
                <a:avLst/>
              </a:prstGeom>
              <a:blipFill>
                <a:blip r:embed="rId2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93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9B2012-8F48-E880-2EC4-9A3F5187C7BB}"/>
              </a:ext>
            </a:extLst>
          </p:cNvPr>
          <p:cNvSpPr/>
          <p:nvPr/>
        </p:nvSpPr>
        <p:spPr>
          <a:xfrm>
            <a:off x="4111896" y="1595814"/>
            <a:ext cx="5005578" cy="3705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FA781A-34AC-E9B2-D1BC-522E37860108}"/>
              </a:ext>
            </a:extLst>
          </p:cNvPr>
          <p:cNvSpPr/>
          <p:nvPr/>
        </p:nvSpPr>
        <p:spPr>
          <a:xfrm>
            <a:off x="9117473" y="1595814"/>
            <a:ext cx="4284201" cy="3705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AEA14-2FA6-DB5C-B667-5C0756018B39}"/>
              </a:ext>
            </a:extLst>
          </p:cNvPr>
          <p:cNvSpPr/>
          <p:nvPr/>
        </p:nvSpPr>
        <p:spPr>
          <a:xfrm>
            <a:off x="-1148121" y="1595814"/>
            <a:ext cx="5262921" cy="3705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69CC4-5BC7-EDA9-2119-5E7ED3C657F8}"/>
              </a:ext>
            </a:extLst>
          </p:cNvPr>
          <p:cNvSpPr txBox="1"/>
          <p:nvPr/>
        </p:nvSpPr>
        <p:spPr>
          <a:xfrm>
            <a:off x="2224462" y="3043191"/>
            <a:ext cx="1655064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Simons’ Plume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892EE-0B8C-6A29-5C15-A500131F1B03}"/>
              </a:ext>
            </a:extLst>
          </p:cNvPr>
          <p:cNvSpPr txBox="1"/>
          <p:nvPr/>
        </p:nvSpPr>
        <p:spPr>
          <a:xfrm>
            <a:off x="1850915" y="1763796"/>
            <a:ext cx="2038499" cy="71485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Thruster Parameters</a:t>
            </a:r>
          </a:p>
          <a:p>
            <a:pPr algn="ctr"/>
            <a:r>
              <a:rPr lang="en-GB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Table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7E89E-4FB9-7E24-84F6-BC4F15CF3091}"/>
              </a:ext>
            </a:extLst>
          </p:cNvPr>
          <p:cNvSpPr txBox="1"/>
          <p:nvPr/>
        </p:nvSpPr>
        <p:spPr>
          <a:xfrm>
            <a:off x="11502810" y="4331985"/>
            <a:ext cx="1586596" cy="714851"/>
          </a:xfrm>
          <a:prstGeom prst="roundRect">
            <a:avLst>
              <a:gd name="adj" fmla="val 32331"/>
            </a:avLst>
          </a:prstGeom>
          <a:solidFill>
            <a:srgbClr val="46B1E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Adhesive Melting Temps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31948-1B80-1770-5C3F-68ED504E174D}"/>
              </a:ext>
            </a:extLst>
          </p:cNvPr>
          <p:cNvSpPr txBox="1"/>
          <p:nvPr/>
        </p:nvSpPr>
        <p:spPr>
          <a:xfrm>
            <a:off x="9432166" y="4321147"/>
            <a:ext cx="1906627" cy="714851"/>
          </a:xfrm>
          <a:prstGeom prst="roundRect">
            <a:avLst>
              <a:gd name="adj" fmla="val 32331"/>
            </a:avLst>
          </a:prstGeom>
          <a:solidFill>
            <a:srgbClr val="E59ED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Temperature Rise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129E0-85A9-8A0D-3C5B-33377FFDA8F3}"/>
                  </a:ext>
                </a:extLst>
              </p:cNvPr>
              <p:cNvSpPr txBox="1"/>
              <p:nvPr/>
            </p:nvSpPr>
            <p:spPr>
              <a:xfrm>
                <a:off x="137855" y="2705605"/>
                <a:ext cx="28669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129E0-85A9-8A0D-3C5B-33377FFD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55" y="2705605"/>
                <a:ext cx="2866930" cy="369332"/>
              </a:xfrm>
              <a:prstGeom prst="rect">
                <a:avLst/>
              </a:prstGeom>
              <a:blipFill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CB591-D49A-2620-BFD3-869AF8979ACB}"/>
                  </a:ext>
                </a:extLst>
              </p:cNvPr>
              <p:cNvSpPr txBox="1"/>
              <p:nvPr/>
            </p:nvSpPr>
            <p:spPr>
              <a:xfrm>
                <a:off x="-287031" y="3437955"/>
                <a:ext cx="28669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𝑓𝑟𝑎𝑐𝑡𝑖𝑜𝑛𝑠</m:t>
                      </m:r>
                    </m:oMath>
                  </m:oMathPara>
                </a14:m>
                <a:endParaRPr lang="en-GB" sz="1600" b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CB591-D49A-2620-BFD3-869AF8979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7031" y="3437955"/>
                <a:ext cx="2866930" cy="338554"/>
              </a:xfrm>
              <a:prstGeom prst="rect">
                <a:avLst/>
              </a:prstGeom>
              <a:blipFill>
                <a:blip r:embed="rId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0914FD-6D9A-6CB4-784B-F18B1EE84DD4}"/>
                  </a:ext>
                </a:extLst>
              </p:cNvPr>
              <p:cNvSpPr txBox="1"/>
              <p:nvPr/>
            </p:nvSpPr>
            <p:spPr>
              <a:xfrm>
                <a:off x="-341622" y="3055907"/>
                <a:ext cx="28669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en-GB" b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0914FD-6D9A-6CB4-784B-F18B1EE84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1622" y="3055907"/>
                <a:ext cx="2866930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2D249CA-DFD9-D1E5-0FDF-E31DB1AE93A9}"/>
              </a:ext>
            </a:extLst>
          </p:cNvPr>
          <p:cNvCxnSpPr>
            <a:cxnSpLocks/>
          </p:cNvCxnSpPr>
          <p:nvPr/>
        </p:nvCxnSpPr>
        <p:spPr>
          <a:xfrm>
            <a:off x="11780" y="2456123"/>
            <a:ext cx="1651016" cy="587068"/>
          </a:xfrm>
          <a:prstGeom prst="bentConnector3">
            <a:avLst>
              <a:gd name="adj1" fmla="val -134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B6B8491-FE82-474C-1698-923C16ACF9CC}"/>
              </a:ext>
            </a:extLst>
          </p:cNvPr>
          <p:cNvCxnSpPr>
            <a:cxnSpLocks/>
          </p:cNvCxnSpPr>
          <p:nvPr/>
        </p:nvCxnSpPr>
        <p:spPr>
          <a:xfrm>
            <a:off x="-198961" y="2456123"/>
            <a:ext cx="1861757" cy="944494"/>
          </a:xfrm>
          <a:prstGeom prst="bentConnector3">
            <a:avLst>
              <a:gd name="adj1" fmla="val -13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70540D2-9610-262D-FB84-1537CE369F30}"/>
              </a:ext>
            </a:extLst>
          </p:cNvPr>
          <p:cNvCxnSpPr>
            <a:cxnSpLocks/>
          </p:cNvCxnSpPr>
          <p:nvPr/>
        </p:nvCxnSpPr>
        <p:spPr>
          <a:xfrm>
            <a:off x="-380198" y="2456123"/>
            <a:ext cx="2042994" cy="1264580"/>
          </a:xfrm>
          <a:prstGeom prst="bentConnector3">
            <a:avLst>
              <a:gd name="adj1" fmla="val -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13F6C1-C709-7BFF-3171-C58144B13640}"/>
              </a:ext>
            </a:extLst>
          </p:cNvPr>
          <p:cNvSpPr txBox="1"/>
          <p:nvPr/>
        </p:nvSpPr>
        <p:spPr>
          <a:xfrm>
            <a:off x="-1096406" y="1765341"/>
            <a:ext cx="1866424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NASA’s</a:t>
            </a:r>
          </a:p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CEARUN rev4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7B42343-6024-A63D-6A36-A7C1BEBE69AC}"/>
              </a:ext>
            </a:extLst>
          </p:cNvPr>
          <p:cNvCxnSpPr>
            <a:cxnSpLocks/>
          </p:cNvCxnSpPr>
          <p:nvPr/>
        </p:nvCxnSpPr>
        <p:spPr>
          <a:xfrm>
            <a:off x="1646281" y="3042858"/>
            <a:ext cx="576382" cy="357426"/>
          </a:xfrm>
          <a:prstGeom prst="bentConnector3">
            <a:avLst>
              <a:gd name="adj1" fmla="val 508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DA01819-A549-2946-14E9-10BBFDA95F9A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662796" y="3400617"/>
            <a:ext cx="561666" cy="320086"/>
          </a:xfrm>
          <a:prstGeom prst="bentConnector3">
            <a:avLst>
              <a:gd name="adj1" fmla="val 491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8F0D57-A974-D3A7-E711-CAB486524B34}"/>
              </a:ext>
            </a:extLst>
          </p:cNvPr>
          <p:cNvCxnSpPr>
            <a:cxnSpLocks/>
          </p:cNvCxnSpPr>
          <p:nvPr/>
        </p:nvCxnSpPr>
        <p:spPr>
          <a:xfrm>
            <a:off x="1662796" y="3400616"/>
            <a:ext cx="3762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80EB53F-7C29-D50C-8AE2-60D663C24FC8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rot="16200000" flipH="1">
            <a:off x="2678807" y="2670004"/>
            <a:ext cx="564544" cy="1818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33B081A-0DFD-EE11-972A-E84D0848F25C}"/>
              </a:ext>
            </a:extLst>
          </p:cNvPr>
          <p:cNvCxnSpPr>
            <a:cxnSpLocks/>
            <a:stCxn id="8" idx="1"/>
            <a:endCxn id="17" idx="3"/>
          </p:cNvCxnSpPr>
          <p:nvPr/>
        </p:nvCxnSpPr>
        <p:spPr>
          <a:xfrm rot="10800000" flipV="1">
            <a:off x="770019" y="2121221"/>
            <a:ext cx="1080897" cy="154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159921F-A385-6A41-3B08-4ED1C6DB12B9}"/>
              </a:ext>
            </a:extLst>
          </p:cNvPr>
          <p:cNvSpPr txBox="1"/>
          <p:nvPr/>
        </p:nvSpPr>
        <p:spPr>
          <a:xfrm>
            <a:off x="2181826" y="4095628"/>
            <a:ext cx="1740336" cy="1015841"/>
          </a:xfrm>
          <a:prstGeom prst="roundRect">
            <a:avLst>
              <a:gd name="adj" fmla="val 32331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Flow Regime for Impingement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38F851-57FD-5A36-3216-2BCFA142F382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>
            <a:off x="3051994" y="3758042"/>
            <a:ext cx="0" cy="337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24DBD3-34C5-904C-94F6-689EE581949B}"/>
                  </a:ext>
                </a:extLst>
              </p:cNvPr>
              <p:cNvSpPr txBox="1"/>
              <p:nvPr/>
            </p:nvSpPr>
            <p:spPr>
              <a:xfrm>
                <a:off x="3034944" y="3744808"/>
                <a:ext cx="370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24DBD3-34C5-904C-94F6-689EE581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944" y="3744808"/>
                <a:ext cx="370939" cy="369332"/>
              </a:xfrm>
              <a:prstGeom prst="rect">
                <a:avLst/>
              </a:prstGeom>
              <a:blipFill>
                <a:blip r:embed="rId5"/>
                <a:stretch>
                  <a:fillRect r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D3DFA8-7A51-B816-07A2-59C25A7433F1}"/>
                  </a:ext>
                </a:extLst>
              </p:cNvPr>
              <p:cNvSpPr txBox="1"/>
              <p:nvPr/>
            </p:nvSpPr>
            <p:spPr>
              <a:xfrm>
                <a:off x="2517442" y="2440626"/>
                <a:ext cx="665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D3DFA8-7A51-B816-07A2-59C25A743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442" y="2440626"/>
                <a:ext cx="665361" cy="369332"/>
              </a:xfrm>
              <a:prstGeom prst="rect">
                <a:avLst/>
              </a:prstGeom>
              <a:blipFill>
                <a:blip r:embed="rId6"/>
                <a:stretch>
                  <a:fillRect r="-367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57D102-918B-1048-0BD8-A69AA723A733}"/>
                  </a:ext>
                </a:extLst>
              </p:cNvPr>
              <p:cNvSpPr txBox="1"/>
              <p:nvPr/>
            </p:nvSpPr>
            <p:spPr>
              <a:xfrm>
                <a:off x="877341" y="1775835"/>
                <a:ext cx="973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57D102-918B-1048-0BD8-A69AA723A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41" y="1775835"/>
                <a:ext cx="973575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03705C-7E64-2BA6-59C0-E481B0A1FF4B}"/>
                  </a:ext>
                </a:extLst>
              </p:cNvPr>
              <p:cNvSpPr txBox="1"/>
              <p:nvPr/>
            </p:nvSpPr>
            <p:spPr>
              <a:xfrm>
                <a:off x="783280" y="2061073"/>
                <a:ext cx="973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𝑟𝑒𝑎𝑐𝑡𝑎𝑛𝑡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03705C-7E64-2BA6-59C0-E481B0A1F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80" y="2061073"/>
                <a:ext cx="973575" cy="369332"/>
              </a:xfrm>
              <a:prstGeom prst="rect">
                <a:avLst/>
              </a:prstGeom>
              <a:blipFill>
                <a:blip r:embed="rId8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BD1E3A-8F72-F922-AC51-B0C38AE9488D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3879526" y="3397972"/>
            <a:ext cx="395640" cy="2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CAC5098-0EF3-2F9C-BA10-3C37D9422F4D}"/>
              </a:ext>
            </a:extLst>
          </p:cNvPr>
          <p:cNvSpPr txBox="1"/>
          <p:nvPr/>
        </p:nvSpPr>
        <p:spPr>
          <a:xfrm>
            <a:off x="7183224" y="1762225"/>
            <a:ext cx="1828800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Momentum Transfer 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FD4CCA-811E-D083-F2D7-8788BF132BF7}"/>
              </a:ext>
            </a:extLst>
          </p:cNvPr>
          <p:cNvSpPr txBox="1"/>
          <p:nvPr/>
        </p:nvSpPr>
        <p:spPr>
          <a:xfrm>
            <a:off x="7182375" y="4321150"/>
            <a:ext cx="1828800" cy="71485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Energy Transfer Model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415093-F428-B3BF-F875-90002EEB2AED}"/>
              </a:ext>
            </a:extLst>
          </p:cNvPr>
          <p:cNvSpPr txBox="1"/>
          <p:nvPr/>
        </p:nvSpPr>
        <p:spPr>
          <a:xfrm>
            <a:off x="7251505" y="3106059"/>
            <a:ext cx="1690540" cy="71485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Accommodation Coefficients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83333-9280-3259-89DF-323009F5C3FA}"/>
              </a:ext>
            </a:extLst>
          </p:cNvPr>
          <p:cNvSpPr txBox="1"/>
          <p:nvPr/>
        </p:nvSpPr>
        <p:spPr>
          <a:xfrm>
            <a:off x="4178357" y="1725555"/>
            <a:ext cx="1054533" cy="71485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Debris Surface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77AA5D-C2E6-CDE3-4915-D2D9B1A25F4E}"/>
              </a:ext>
            </a:extLst>
          </p:cNvPr>
          <p:cNvSpPr txBox="1"/>
          <p:nvPr/>
        </p:nvSpPr>
        <p:spPr>
          <a:xfrm>
            <a:off x="4275166" y="2890051"/>
            <a:ext cx="1684876" cy="1015841"/>
          </a:xfrm>
          <a:prstGeom prst="roundRect">
            <a:avLst>
              <a:gd name="adj" fmla="val 32331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Flow Condition at Debris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B6895D8-CF7D-259D-1846-C7AB2F0155A6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rot="16200000" flipH="1">
            <a:off x="4686792" y="2459238"/>
            <a:ext cx="449645" cy="411980"/>
          </a:xfrm>
          <a:prstGeom prst="bentConnector3">
            <a:avLst>
              <a:gd name="adj1" fmla="val 6588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AEA462-5DF4-1BD3-20BF-F9A029CB18FC}"/>
                  </a:ext>
                </a:extLst>
              </p:cNvPr>
              <p:cNvSpPr txBox="1"/>
              <p:nvPr/>
            </p:nvSpPr>
            <p:spPr>
              <a:xfrm>
                <a:off x="4449446" y="2408291"/>
                <a:ext cx="973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AEA462-5DF4-1BD3-20BF-F9A029CB1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446" y="2408291"/>
                <a:ext cx="973575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04B1605-21CD-64D7-FCEC-37BCF42B157E}"/>
                  </a:ext>
                </a:extLst>
              </p:cNvPr>
              <p:cNvSpPr txBox="1"/>
              <p:nvPr/>
            </p:nvSpPr>
            <p:spPr>
              <a:xfrm>
                <a:off x="5902851" y="3068403"/>
                <a:ext cx="794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04B1605-21CD-64D7-FCEC-37BCF42B1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851" y="3068403"/>
                <a:ext cx="794079" cy="369332"/>
              </a:xfrm>
              <a:prstGeom prst="rect">
                <a:avLst/>
              </a:prstGeom>
              <a:blipFill>
                <a:blip r:embed="rId10"/>
                <a:stretch>
                  <a:fillRect r="-19084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B224427-E532-F1D7-DDD8-A5DCA063A281}"/>
              </a:ext>
            </a:extLst>
          </p:cNvPr>
          <p:cNvCxnSpPr>
            <a:cxnSpLocks/>
            <a:stCxn id="34" idx="3"/>
            <a:endCxn id="30" idx="1"/>
          </p:cNvCxnSpPr>
          <p:nvPr/>
        </p:nvCxnSpPr>
        <p:spPr>
          <a:xfrm flipV="1">
            <a:off x="5960042" y="2119651"/>
            <a:ext cx="1223182" cy="1278321"/>
          </a:xfrm>
          <a:prstGeom prst="bentConnector3">
            <a:avLst>
              <a:gd name="adj1" fmla="val 7647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FE5DBA0-16A3-96C9-28C6-E224650950F6}"/>
              </a:ext>
            </a:extLst>
          </p:cNvPr>
          <p:cNvCxnSpPr>
            <a:cxnSpLocks/>
            <a:stCxn id="34" idx="3"/>
            <a:endCxn id="31" idx="1"/>
          </p:cNvCxnSpPr>
          <p:nvPr/>
        </p:nvCxnSpPr>
        <p:spPr>
          <a:xfrm>
            <a:off x="5960042" y="3397972"/>
            <a:ext cx="1222333" cy="1280604"/>
          </a:xfrm>
          <a:prstGeom prst="bentConnector3">
            <a:avLst>
              <a:gd name="adj1" fmla="val 7649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84F1A3C-77D5-D89E-B73D-FF4C8F17C6F2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5232890" y="2082981"/>
            <a:ext cx="1672948" cy="8361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1C967-7709-C6E6-47C0-CC88EDC3A4B8}"/>
                  </a:ext>
                </a:extLst>
              </p:cNvPr>
              <p:cNvSpPr txBox="1"/>
              <p:nvPr/>
            </p:nvSpPr>
            <p:spPr>
              <a:xfrm>
                <a:off x="5152604" y="1755468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1C967-7709-C6E6-47C0-CC88EDC3A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604" y="1755468"/>
                <a:ext cx="77898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DC002E-BF74-F203-CF36-6596896B36D4}"/>
              </a:ext>
            </a:extLst>
          </p:cNvPr>
          <p:cNvCxnSpPr>
            <a:cxnSpLocks/>
            <a:stCxn id="32" idx="0"/>
            <a:endCxn id="30" idx="2"/>
          </p:cNvCxnSpPr>
          <p:nvPr/>
        </p:nvCxnSpPr>
        <p:spPr>
          <a:xfrm flipV="1">
            <a:off x="8096775" y="2477076"/>
            <a:ext cx="849" cy="628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AA8324-3F47-1109-B0FD-814E8FCAA2A4}"/>
                  </a:ext>
                </a:extLst>
              </p:cNvPr>
              <p:cNvSpPr txBox="1"/>
              <p:nvPr/>
            </p:nvSpPr>
            <p:spPr>
              <a:xfrm>
                <a:off x="7708130" y="2636226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AA8324-3F47-1109-B0FD-814E8FCAA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130" y="2636226"/>
                <a:ext cx="77898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A9ADCA3-61C5-7595-CFAF-0DE14C6649C7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096775" y="3820910"/>
            <a:ext cx="0" cy="500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A9BB68C-20AD-4DB2-AAEE-E96E261B439C}"/>
                  </a:ext>
                </a:extLst>
              </p:cNvPr>
              <p:cNvSpPr txBox="1"/>
              <p:nvPr/>
            </p:nvSpPr>
            <p:spPr>
              <a:xfrm>
                <a:off x="7865021" y="3853608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A9BB68C-20AD-4DB2-AAEE-E96E261B4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021" y="3853608"/>
                <a:ext cx="77898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3825FED1-A2E9-D8E5-8D0E-DFA5F79389C4}"/>
              </a:ext>
            </a:extLst>
          </p:cNvPr>
          <p:cNvSpPr txBox="1"/>
          <p:nvPr/>
        </p:nvSpPr>
        <p:spPr>
          <a:xfrm>
            <a:off x="-1148121" y="4943695"/>
            <a:ext cx="1740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Plume Model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151D83-7F56-B763-CE41-B6BE992FAE3A}"/>
              </a:ext>
            </a:extLst>
          </p:cNvPr>
          <p:cNvSpPr txBox="1"/>
          <p:nvPr/>
        </p:nvSpPr>
        <p:spPr>
          <a:xfrm>
            <a:off x="4085982" y="4937811"/>
            <a:ext cx="2291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Impingement Model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876D93B-5091-0126-3DFC-2FEC485C7530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9117473" y="3448646"/>
            <a:ext cx="42842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E99C1FB-BE37-3FE3-7BEB-EB4B281CEE84}"/>
              </a:ext>
            </a:extLst>
          </p:cNvPr>
          <p:cNvSpPr txBox="1"/>
          <p:nvPr/>
        </p:nvSpPr>
        <p:spPr>
          <a:xfrm>
            <a:off x="11569371" y="3566564"/>
            <a:ext cx="1458887" cy="413861"/>
          </a:xfrm>
          <a:prstGeom prst="roundRect">
            <a:avLst>
              <a:gd name="adj" fmla="val 32331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Safety Margin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DBBB5A-9075-5169-30F6-FC9587ACD8BD}"/>
              </a:ext>
            </a:extLst>
          </p:cNvPr>
          <p:cNvSpPr txBox="1"/>
          <p:nvPr/>
        </p:nvSpPr>
        <p:spPr>
          <a:xfrm>
            <a:off x="9473105" y="3638817"/>
            <a:ext cx="1829133" cy="413861"/>
          </a:xfrm>
          <a:prstGeom prst="roundRect">
            <a:avLst>
              <a:gd name="adj" fmla="val 32331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Impingement Time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629AE0-7A50-BF3D-7BAA-7B689E03EB03}"/>
              </a:ext>
            </a:extLst>
          </p:cNvPr>
          <p:cNvCxnSpPr>
            <a:stCxn id="9" idx="0"/>
            <a:endCxn id="49" idx="2"/>
          </p:cNvCxnSpPr>
          <p:nvPr/>
        </p:nvCxnSpPr>
        <p:spPr>
          <a:xfrm flipV="1">
            <a:off x="12296108" y="3980425"/>
            <a:ext cx="2707" cy="351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EF16C836-CA94-DA8D-DBDD-7D4A81B53EFD}"/>
              </a:ext>
            </a:extLst>
          </p:cNvPr>
          <p:cNvCxnSpPr>
            <a:stCxn id="10" idx="3"/>
            <a:endCxn id="49" idx="1"/>
          </p:cNvCxnSpPr>
          <p:nvPr/>
        </p:nvCxnSpPr>
        <p:spPr>
          <a:xfrm flipV="1">
            <a:off x="11338793" y="3773495"/>
            <a:ext cx="230578" cy="905078"/>
          </a:xfrm>
          <a:prstGeom prst="bentConnector3">
            <a:avLst>
              <a:gd name="adj1" fmla="val 301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3DD2291-813C-791F-C727-EEB7FB07D408}"/>
              </a:ext>
            </a:extLst>
          </p:cNvPr>
          <p:cNvCxnSpPr>
            <a:stCxn id="31" idx="3"/>
            <a:endCxn id="10" idx="1"/>
          </p:cNvCxnSpPr>
          <p:nvPr/>
        </p:nvCxnSpPr>
        <p:spPr>
          <a:xfrm flipV="1">
            <a:off x="9011175" y="4678573"/>
            <a:ext cx="420991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07399A2-D127-C899-9B66-FFAEB09DBD16}"/>
              </a:ext>
            </a:extLst>
          </p:cNvPr>
          <p:cNvCxnSpPr>
            <a:cxnSpLocks/>
            <a:stCxn id="50" idx="2"/>
            <a:endCxn id="10" idx="0"/>
          </p:cNvCxnSpPr>
          <p:nvPr/>
        </p:nvCxnSpPr>
        <p:spPr>
          <a:xfrm rot="5400000">
            <a:off x="10252342" y="4185816"/>
            <a:ext cx="268469" cy="21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EC06B49-C7B0-8E87-E37C-A582B311CAD5}"/>
                  </a:ext>
                </a:extLst>
              </p:cNvPr>
              <p:cNvSpPr txBox="1"/>
              <p:nvPr/>
            </p:nvSpPr>
            <p:spPr>
              <a:xfrm>
                <a:off x="10104475" y="3990009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EC06B49-C7B0-8E87-E37C-A582B311C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475" y="3990009"/>
                <a:ext cx="77898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BBC79A-B44A-AB77-AA6E-AE961D18FF30}"/>
                  </a:ext>
                </a:extLst>
              </p:cNvPr>
              <p:cNvSpPr txBox="1"/>
              <p:nvPr/>
            </p:nvSpPr>
            <p:spPr>
              <a:xfrm>
                <a:off x="8792685" y="4296672"/>
                <a:ext cx="778987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̇"/>
                          <m:ctrlPr>
                            <a:rPr lang="en-GB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BBC79A-B44A-AB77-AA6E-AE961D18F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685" y="4296672"/>
                <a:ext cx="778987" cy="4031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3D5E03-B1F1-9533-55F5-BA68498F9FE4}"/>
                  </a:ext>
                </a:extLst>
              </p:cNvPr>
              <p:cNvSpPr txBox="1"/>
              <p:nvPr/>
            </p:nvSpPr>
            <p:spPr>
              <a:xfrm>
                <a:off x="9461430" y="2943351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3D5E03-B1F1-9533-55F5-BA68498F9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430" y="2943351"/>
                <a:ext cx="77898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0193DF9-393B-D386-2AD3-A69C69E394F2}"/>
                  </a:ext>
                </a:extLst>
              </p:cNvPr>
              <p:cNvSpPr txBox="1"/>
              <p:nvPr/>
            </p:nvSpPr>
            <p:spPr>
              <a:xfrm>
                <a:off x="12167957" y="4004490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0193DF9-393B-D386-2AD3-A69C69E39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957" y="4004490"/>
                <a:ext cx="778987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AD411C8F-618E-BA37-A07E-E9D96D567FE6}"/>
              </a:ext>
            </a:extLst>
          </p:cNvPr>
          <p:cNvSpPr txBox="1"/>
          <p:nvPr/>
        </p:nvSpPr>
        <p:spPr>
          <a:xfrm>
            <a:off x="9047313" y="4970509"/>
            <a:ext cx="311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Scenario 2: Adhesive Melting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1CDCEB-2645-1E0B-1FD0-632133B6C941}"/>
              </a:ext>
            </a:extLst>
          </p:cNvPr>
          <p:cNvSpPr txBox="1"/>
          <p:nvPr/>
        </p:nvSpPr>
        <p:spPr>
          <a:xfrm>
            <a:off x="9086287" y="1553529"/>
            <a:ext cx="345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Scenario 1: Fracture Propagation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050E01-F2CD-0441-72C1-3D935AA8E90C}"/>
              </a:ext>
            </a:extLst>
          </p:cNvPr>
          <p:cNvSpPr txBox="1"/>
          <p:nvPr/>
        </p:nvSpPr>
        <p:spPr>
          <a:xfrm>
            <a:off x="9496706" y="2156163"/>
            <a:ext cx="1386756" cy="714851"/>
          </a:xfrm>
          <a:prstGeom prst="roundRect">
            <a:avLst>
              <a:gd name="adj" fmla="val 32331"/>
            </a:avLst>
          </a:prstGeom>
          <a:solidFill>
            <a:srgbClr val="E59ED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Peak Stress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FF4E04-E4C4-7FD8-C869-EA8E17291D3E}"/>
              </a:ext>
            </a:extLst>
          </p:cNvPr>
          <p:cNvSpPr txBox="1"/>
          <p:nvPr/>
        </p:nvSpPr>
        <p:spPr>
          <a:xfrm>
            <a:off x="11547572" y="2016309"/>
            <a:ext cx="1497071" cy="413861"/>
          </a:xfrm>
          <a:prstGeom prst="roundRect">
            <a:avLst>
              <a:gd name="adj" fmla="val 32331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Irwin’s Model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FC7861-7E67-0B3A-3FB0-D27600063E1B}"/>
              </a:ext>
            </a:extLst>
          </p:cNvPr>
          <p:cNvSpPr txBox="1"/>
          <p:nvPr/>
        </p:nvSpPr>
        <p:spPr>
          <a:xfrm>
            <a:off x="11569371" y="2928150"/>
            <a:ext cx="1458887" cy="413861"/>
          </a:xfrm>
          <a:prstGeom prst="roundRect">
            <a:avLst>
              <a:gd name="adj" fmla="val 32331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Safety Margin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51E7F50D-AB04-69BD-F155-545286C90AC9}"/>
              </a:ext>
            </a:extLst>
          </p:cNvPr>
          <p:cNvCxnSpPr>
            <a:cxnSpLocks/>
            <a:stCxn id="30" idx="3"/>
            <a:endCxn id="61" idx="1"/>
          </p:cNvCxnSpPr>
          <p:nvPr/>
        </p:nvCxnSpPr>
        <p:spPr>
          <a:xfrm>
            <a:off x="9012024" y="2119651"/>
            <a:ext cx="484682" cy="393938"/>
          </a:xfrm>
          <a:prstGeom prst="bentConnector3">
            <a:avLst>
              <a:gd name="adj1" fmla="val 735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7296003-B74B-BCD7-BC38-C6746E9C2888}"/>
                  </a:ext>
                </a:extLst>
              </p:cNvPr>
              <p:cNvSpPr txBox="1"/>
              <p:nvPr/>
            </p:nvSpPr>
            <p:spPr>
              <a:xfrm>
                <a:off x="8977777" y="1781327"/>
                <a:ext cx="794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7296003-B74B-BCD7-BC38-C6746E9C2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77" y="1781327"/>
                <a:ext cx="79407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6E318AD-50C3-2E46-923E-60DAF03D8240}"/>
              </a:ext>
            </a:extLst>
          </p:cNvPr>
          <p:cNvCxnSpPr>
            <a:cxnSpLocks/>
            <a:endCxn id="61" idx="2"/>
          </p:cNvCxnSpPr>
          <p:nvPr/>
        </p:nvCxnSpPr>
        <p:spPr>
          <a:xfrm rot="5400000" flipH="1" flipV="1">
            <a:off x="8851844" y="3328258"/>
            <a:ext cx="1795484" cy="880996"/>
          </a:xfrm>
          <a:prstGeom prst="bentConnector3">
            <a:avLst>
              <a:gd name="adj1" fmla="val 7758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937978C-F84C-318B-A4FE-67B8FF4D0B11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10883462" y="2513589"/>
            <a:ext cx="685909" cy="621492"/>
          </a:xfrm>
          <a:prstGeom prst="bentConnector3">
            <a:avLst>
              <a:gd name="adj1" fmla="val 203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B4FDBC-06EA-59DD-9592-E3795DC9AC2E}"/>
                  </a:ext>
                </a:extLst>
              </p:cNvPr>
              <p:cNvSpPr txBox="1"/>
              <p:nvPr/>
            </p:nvSpPr>
            <p:spPr>
              <a:xfrm>
                <a:off x="10909352" y="2775566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B4FDBC-06EA-59DD-9592-E3795DC9A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9352" y="2775566"/>
                <a:ext cx="77898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241EE90-3651-F95A-BB12-3A7F27898E2D}"/>
              </a:ext>
            </a:extLst>
          </p:cNvPr>
          <p:cNvCxnSpPr>
            <a:stCxn id="62" idx="2"/>
            <a:endCxn id="63" idx="0"/>
          </p:cNvCxnSpPr>
          <p:nvPr/>
        </p:nvCxnSpPr>
        <p:spPr>
          <a:xfrm>
            <a:off x="12296108" y="2430170"/>
            <a:ext cx="2707" cy="497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5A25C38-338C-69ED-F6EA-2C89D5476195}"/>
                  </a:ext>
                </a:extLst>
              </p:cNvPr>
              <p:cNvSpPr txBox="1"/>
              <p:nvPr/>
            </p:nvSpPr>
            <p:spPr>
              <a:xfrm>
                <a:off x="12177140" y="2456409"/>
                <a:ext cx="778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5A25C38-338C-69ED-F6EA-2C89D5476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7140" y="2456409"/>
                <a:ext cx="778987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67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221C377C-FBBE-639D-0F89-AECF30261C53}"/>
              </a:ext>
            </a:extLst>
          </p:cNvPr>
          <p:cNvGrpSpPr/>
          <p:nvPr/>
        </p:nvGrpSpPr>
        <p:grpSpPr>
          <a:xfrm>
            <a:off x="585429" y="2563179"/>
            <a:ext cx="14549795" cy="3786312"/>
            <a:chOff x="585429" y="2563179"/>
            <a:chExt cx="14549795" cy="378631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55AFE0C-C8C6-30C1-D916-55CD68E20DB0}"/>
                </a:ext>
              </a:extLst>
            </p:cNvPr>
            <p:cNvSpPr/>
            <p:nvPr/>
          </p:nvSpPr>
          <p:spPr>
            <a:xfrm>
              <a:off x="5845446" y="2605464"/>
              <a:ext cx="5005578" cy="37056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197256-D4F7-31A1-1C06-6CCBE0CCB986}"/>
                </a:ext>
              </a:extLst>
            </p:cNvPr>
            <p:cNvSpPr/>
            <p:nvPr/>
          </p:nvSpPr>
          <p:spPr>
            <a:xfrm>
              <a:off x="10851023" y="2605464"/>
              <a:ext cx="4284201" cy="37056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BC7288-1915-C487-17AA-D1C1880E826C}"/>
                </a:ext>
              </a:extLst>
            </p:cNvPr>
            <p:cNvSpPr/>
            <p:nvPr/>
          </p:nvSpPr>
          <p:spPr>
            <a:xfrm>
              <a:off x="585429" y="2605464"/>
              <a:ext cx="5262921" cy="37056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3ED1446-FBD7-5189-34F2-4FFC926D9B9A}"/>
                </a:ext>
              </a:extLst>
            </p:cNvPr>
            <p:cNvSpPr txBox="1"/>
            <p:nvPr/>
          </p:nvSpPr>
          <p:spPr>
            <a:xfrm>
              <a:off x="3958012" y="4052841"/>
              <a:ext cx="1655064" cy="714851"/>
            </a:xfrm>
            <a:prstGeom prst="roundRect">
              <a:avLst>
                <a:gd name="adj" fmla="val 32331"/>
              </a:avLst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Simons’ Plume Model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ADD2BB-4B1E-53E5-E327-ED86AF1D2106}"/>
                </a:ext>
              </a:extLst>
            </p:cNvPr>
            <p:cNvSpPr txBox="1"/>
            <p:nvPr/>
          </p:nvSpPr>
          <p:spPr>
            <a:xfrm>
              <a:off x="3584465" y="2773446"/>
              <a:ext cx="2038499" cy="714851"/>
            </a:xfrm>
            <a:prstGeom prst="roundRect">
              <a:avLst>
                <a:gd name="adj" fmla="val 32331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Thruster Parameters</a:t>
              </a:r>
            </a:p>
            <a:p>
              <a:pPr algn="ctr"/>
              <a:r>
                <a:rPr lang="en-GB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7AC36C-56A6-385B-0BEB-262C4F946C25}"/>
                </a:ext>
              </a:extLst>
            </p:cNvPr>
            <p:cNvSpPr txBox="1"/>
            <p:nvPr/>
          </p:nvSpPr>
          <p:spPr>
            <a:xfrm>
              <a:off x="13236360" y="5341635"/>
              <a:ext cx="1586596" cy="714851"/>
            </a:xfrm>
            <a:prstGeom prst="roundRect">
              <a:avLst>
                <a:gd name="adj" fmla="val 32331"/>
              </a:avLst>
            </a:prstGeom>
            <a:solidFill>
              <a:srgbClr val="46B1E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Adhesive Melting Temps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4D1220-2E18-45E2-931F-B34609F12125}"/>
                </a:ext>
              </a:extLst>
            </p:cNvPr>
            <p:cNvSpPr txBox="1"/>
            <p:nvPr/>
          </p:nvSpPr>
          <p:spPr>
            <a:xfrm>
              <a:off x="11165716" y="5330797"/>
              <a:ext cx="1906627" cy="714851"/>
            </a:xfrm>
            <a:prstGeom prst="roundRect">
              <a:avLst>
                <a:gd name="adj" fmla="val 32331"/>
              </a:avLst>
            </a:prstGeom>
            <a:solidFill>
              <a:srgbClr val="E59ED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Determine Temperature Rise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CD11BA1-AF9A-327A-6B54-8984932E6AED}"/>
                    </a:ext>
                  </a:extLst>
                </p:cNvPr>
                <p:cNvSpPr txBox="1"/>
                <p:nvPr/>
              </p:nvSpPr>
              <p:spPr>
                <a:xfrm>
                  <a:off x="1871405" y="3715255"/>
                  <a:ext cx="28669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a14:m>
                  <a:r>
                    <a:rPr lang="en-GB">
                      <a:solidFill>
                        <a:schemeClr val="tx1"/>
                      </a:solidFill>
                    </a:rPr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a14:m>
                  <a:r>
                    <a:rPr lang="en-GB">
                      <a:solidFill>
                        <a:schemeClr val="tx1"/>
                      </a:solidFill>
                    </a:rPr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CD11BA1-AF9A-327A-6B54-8984932E6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405" y="3715255"/>
                  <a:ext cx="286693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094D2B3-4C27-7AB1-3BCD-6DB44056F7D7}"/>
                    </a:ext>
                  </a:extLst>
                </p:cNvPr>
                <p:cNvSpPr txBox="1"/>
                <p:nvPr/>
              </p:nvSpPr>
              <p:spPr>
                <a:xfrm>
                  <a:off x="1446519" y="4447605"/>
                  <a:ext cx="286693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𝑓𝑟𝑎𝑐𝑡𝑖𝑜𝑛𝑠</m:t>
                        </m:r>
                      </m:oMath>
                    </m:oMathPara>
                  </a14:m>
                  <a:endParaRPr lang="en-GB" sz="1600" b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094D2B3-4C27-7AB1-3BCD-6DB44056F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519" y="4447605"/>
                  <a:ext cx="2866930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83849CC-2EB8-82DA-79E3-CBF2187C7356}"/>
                    </a:ext>
                  </a:extLst>
                </p:cNvPr>
                <p:cNvSpPr txBox="1"/>
                <p:nvPr/>
              </p:nvSpPr>
              <p:spPr>
                <a:xfrm>
                  <a:off x="1391928" y="4065557"/>
                  <a:ext cx="28669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𝑚𝑖𝑥</m:t>
                            </m:r>
                          </m:sub>
                        </m:s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𝑚𝑖𝑥</m:t>
                            </m:r>
                          </m:sub>
                        </m:s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𝑚𝑖𝑥</m:t>
                            </m:r>
                          </m:sub>
                        </m:sSub>
                      </m:oMath>
                    </m:oMathPara>
                  </a14:m>
                  <a:endParaRPr lang="en-GB" b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83849CC-2EB8-82DA-79E3-CBF2187C7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928" y="4065557"/>
                  <a:ext cx="286693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9B6F1395-30B3-C814-7857-8C5C9CB01D17}"/>
                </a:ext>
              </a:extLst>
            </p:cNvPr>
            <p:cNvCxnSpPr>
              <a:cxnSpLocks/>
            </p:cNvCxnSpPr>
            <p:nvPr/>
          </p:nvCxnSpPr>
          <p:spPr>
            <a:xfrm>
              <a:off x="1745330" y="3465773"/>
              <a:ext cx="1651016" cy="587068"/>
            </a:xfrm>
            <a:prstGeom prst="bentConnector3">
              <a:avLst>
                <a:gd name="adj1" fmla="val -1345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E9E23344-4655-7762-851B-FACA99327B6F}"/>
                </a:ext>
              </a:extLst>
            </p:cNvPr>
            <p:cNvCxnSpPr>
              <a:cxnSpLocks/>
            </p:cNvCxnSpPr>
            <p:nvPr/>
          </p:nvCxnSpPr>
          <p:spPr>
            <a:xfrm>
              <a:off x="1534589" y="3465773"/>
              <a:ext cx="1861757" cy="944494"/>
            </a:xfrm>
            <a:prstGeom prst="bentConnector3">
              <a:avLst>
                <a:gd name="adj1" fmla="val -138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BA09B7A3-C25E-45C4-6DFD-FA1FAA7A0F24}"/>
                </a:ext>
              </a:extLst>
            </p:cNvPr>
            <p:cNvCxnSpPr>
              <a:cxnSpLocks/>
            </p:cNvCxnSpPr>
            <p:nvPr/>
          </p:nvCxnSpPr>
          <p:spPr>
            <a:xfrm>
              <a:off x="1353352" y="3465773"/>
              <a:ext cx="2042994" cy="1264580"/>
            </a:xfrm>
            <a:prstGeom prst="bentConnector3">
              <a:avLst>
                <a:gd name="adj1" fmla="val -353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2C77B0-7E33-F8DB-7166-AACEAC334C28}"/>
                </a:ext>
              </a:extLst>
            </p:cNvPr>
            <p:cNvSpPr txBox="1"/>
            <p:nvPr/>
          </p:nvSpPr>
          <p:spPr>
            <a:xfrm>
              <a:off x="637144" y="2774991"/>
              <a:ext cx="1866424" cy="714851"/>
            </a:xfrm>
            <a:prstGeom prst="roundRect">
              <a:avLst>
                <a:gd name="adj" fmla="val 32331"/>
              </a:avLst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NASA’s</a:t>
              </a:r>
            </a:p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CEARUN rev4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18B456CF-A920-9150-C40C-9AAEA1120FD4}"/>
                </a:ext>
              </a:extLst>
            </p:cNvPr>
            <p:cNvCxnSpPr>
              <a:cxnSpLocks/>
            </p:cNvCxnSpPr>
            <p:nvPr/>
          </p:nvCxnSpPr>
          <p:spPr>
            <a:xfrm>
              <a:off x="3379831" y="4052508"/>
              <a:ext cx="576382" cy="357426"/>
            </a:xfrm>
            <a:prstGeom prst="bentConnector3">
              <a:avLst>
                <a:gd name="adj1" fmla="val 5082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F661D18F-2EDD-2FA8-86FB-3BEFE6BD2B4D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V="1">
              <a:off x="3396346" y="4410267"/>
              <a:ext cx="561666" cy="320086"/>
            </a:xfrm>
            <a:prstGeom prst="bentConnector3">
              <a:avLst>
                <a:gd name="adj1" fmla="val 4915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BF095A9-5A76-9DF1-C714-3C1B211F989D}"/>
                </a:ext>
              </a:extLst>
            </p:cNvPr>
            <p:cNvCxnSpPr>
              <a:cxnSpLocks/>
            </p:cNvCxnSpPr>
            <p:nvPr/>
          </p:nvCxnSpPr>
          <p:spPr>
            <a:xfrm>
              <a:off x="3396346" y="4410266"/>
              <a:ext cx="37623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E7ED97A4-1CCB-AF77-B7A6-8D761B72D7D7}"/>
                </a:ext>
              </a:extLst>
            </p:cNvPr>
            <p:cNvCxnSpPr>
              <a:cxnSpLocks/>
              <a:stCxn id="6" idx="2"/>
              <a:endCxn id="5" idx="0"/>
            </p:cNvCxnSpPr>
            <p:nvPr/>
          </p:nvCxnSpPr>
          <p:spPr>
            <a:xfrm rot="16200000" flipH="1">
              <a:off x="4412357" y="3679654"/>
              <a:ext cx="564544" cy="18182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359172E1-E858-1782-7FFF-8D083DC12ABD}"/>
                </a:ext>
              </a:extLst>
            </p:cNvPr>
            <p:cNvCxnSpPr>
              <a:cxnSpLocks/>
              <a:stCxn id="6" idx="1"/>
              <a:endCxn id="15" idx="3"/>
            </p:cNvCxnSpPr>
            <p:nvPr/>
          </p:nvCxnSpPr>
          <p:spPr>
            <a:xfrm rot="10800000" flipV="1">
              <a:off x="2503569" y="3130871"/>
              <a:ext cx="1080897" cy="154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70A8DAD-8DB3-26B1-F170-D2F8275FEE4F}"/>
                </a:ext>
              </a:extLst>
            </p:cNvPr>
            <p:cNvSpPr txBox="1"/>
            <p:nvPr/>
          </p:nvSpPr>
          <p:spPr>
            <a:xfrm>
              <a:off x="3915376" y="5105278"/>
              <a:ext cx="1740336" cy="1015841"/>
            </a:xfrm>
            <a:prstGeom prst="roundRect">
              <a:avLst>
                <a:gd name="adj" fmla="val 32331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Determine Flow Regime for Impingement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30518D-B9F0-404B-97F7-A7FE6C01B17D}"/>
                </a:ext>
              </a:extLst>
            </p:cNvPr>
            <p:cNvCxnSpPr>
              <a:cxnSpLocks/>
              <a:stCxn id="5" idx="2"/>
              <a:endCxn id="21" idx="0"/>
            </p:cNvCxnSpPr>
            <p:nvPr/>
          </p:nvCxnSpPr>
          <p:spPr>
            <a:xfrm>
              <a:off x="4785544" y="4767692"/>
              <a:ext cx="0" cy="337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008AB74-E40B-2C41-8781-37D605C41ABB}"/>
                    </a:ext>
                  </a:extLst>
                </p:cNvPr>
                <p:cNvSpPr txBox="1"/>
                <p:nvPr/>
              </p:nvSpPr>
              <p:spPr>
                <a:xfrm>
                  <a:off x="4768494" y="4754458"/>
                  <a:ext cx="370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008AB74-E40B-2C41-8781-37D605C41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494" y="4754458"/>
                  <a:ext cx="370939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13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7144579-C60E-8690-2FB3-E95CF180ED76}"/>
                    </a:ext>
                  </a:extLst>
                </p:cNvPr>
                <p:cNvSpPr txBox="1"/>
                <p:nvPr/>
              </p:nvSpPr>
              <p:spPr>
                <a:xfrm>
                  <a:off x="4250992" y="3450276"/>
                  <a:ext cx="66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GB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7144579-C60E-8690-2FB3-E95CF180ED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0992" y="3450276"/>
                  <a:ext cx="665361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4587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414F9DA-1640-432C-C4C1-9EC7E93E42C4}"/>
                    </a:ext>
                  </a:extLst>
                </p:cNvPr>
                <p:cNvSpPr txBox="1"/>
                <p:nvPr/>
              </p:nvSpPr>
              <p:spPr>
                <a:xfrm>
                  <a:off x="2610891" y="2785485"/>
                  <a:ext cx="9735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r>
                    <a:rPr lang="en-GB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414F9DA-1640-432C-C4C1-9EC7E93E42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0891" y="2785485"/>
                  <a:ext cx="97357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B216294-E2FD-DB34-7E9C-FEF77786063B}"/>
                    </a:ext>
                  </a:extLst>
                </p:cNvPr>
                <p:cNvSpPr txBox="1"/>
                <p:nvPr/>
              </p:nvSpPr>
              <p:spPr>
                <a:xfrm>
                  <a:off x="2516830" y="3070723"/>
                  <a:ext cx="9735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𝑟𝑒𝑎𝑐𝑡𝑎𝑛𝑡</m:t>
                        </m:r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B216294-E2FD-DB34-7E9C-FEF777860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830" y="3070723"/>
                  <a:ext cx="97357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0539DDF-9B73-995A-E2C9-B85488C1A8EE}"/>
                </a:ext>
              </a:extLst>
            </p:cNvPr>
            <p:cNvCxnSpPr>
              <a:cxnSpLocks/>
              <a:stCxn id="5" idx="3"/>
              <a:endCxn id="32" idx="1"/>
            </p:cNvCxnSpPr>
            <p:nvPr/>
          </p:nvCxnSpPr>
          <p:spPr>
            <a:xfrm flipV="1">
              <a:off x="5613076" y="4407622"/>
              <a:ext cx="395640" cy="26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1CF82F-1894-1A0E-84CA-DD8397715B7D}"/>
                </a:ext>
              </a:extLst>
            </p:cNvPr>
            <p:cNvSpPr txBox="1"/>
            <p:nvPr/>
          </p:nvSpPr>
          <p:spPr>
            <a:xfrm>
              <a:off x="8916774" y="2771875"/>
              <a:ext cx="1828800" cy="714851"/>
            </a:xfrm>
            <a:prstGeom prst="roundRect">
              <a:avLst>
                <a:gd name="adj" fmla="val 32331"/>
              </a:avLst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Momentum Transfer Model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1242D10-F3A5-7653-91BE-9B208ED515BF}"/>
                </a:ext>
              </a:extLst>
            </p:cNvPr>
            <p:cNvSpPr txBox="1"/>
            <p:nvPr/>
          </p:nvSpPr>
          <p:spPr>
            <a:xfrm>
              <a:off x="8915925" y="5330800"/>
              <a:ext cx="1828800" cy="714851"/>
            </a:xfrm>
            <a:prstGeom prst="roundRect">
              <a:avLst>
                <a:gd name="adj" fmla="val 32331"/>
              </a:avLst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 Transfer Model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7DDCE9-3156-9C49-427C-8455AC5A76C0}"/>
                </a:ext>
              </a:extLst>
            </p:cNvPr>
            <p:cNvSpPr txBox="1"/>
            <p:nvPr/>
          </p:nvSpPr>
          <p:spPr>
            <a:xfrm>
              <a:off x="8985055" y="4115709"/>
              <a:ext cx="1690540" cy="714851"/>
            </a:xfrm>
            <a:prstGeom prst="roundRect">
              <a:avLst>
                <a:gd name="adj" fmla="val 32331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Accommodation Coefficients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1F770-ECCD-23E2-6C66-78BB4392CC2E}"/>
                </a:ext>
              </a:extLst>
            </p:cNvPr>
            <p:cNvSpPr txBox="1"/>
            <p:nvPr/>
          </p:nvSpPr>
          <p:spPr>
            <a:xfrm>
              <a:off x="5911907" y="2735205"/>
              <a:ext cx="1054533" cy="714851"/>
            </a:xfrm>
            <a:prstGeom prst="roundRect">
              <a:avLst>
                <a:gd name="adj" fmla="val 32331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Debris Surface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501DD3-6F3E-9E44-4A87-1AC2C570D639}"/>
                </a:ext>
              </a:extLst>
            </p:cNvPr>
            <p:cNvSpPr txBox="1"/>
            <p:nvPr/>
          </p:nvSpPr>
          <p:spPr>
            <a:xfrm>
              <a:off x="6008716" y="3899701"/>
              <a:ext cx="1684876" cy="1015841"/>
            </a:xfrm>
            <a:prstGeom prst="roundRect">
              <a:avLst>
                <a:gd name="adj" fmla="val 32331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Determine Flow Condition at Debris</a:t>
              </a:r>
            </a:p>
          </p:txBody>
        </p: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70D29373-87DC-4771-7673-7B3BB9B21393}"/>
                </a:ext>
              </a:extLst>
            </p:cNvPr>
            <p:cNvCxnSpPr>
              <a:cxnSpLocks/>
              <a:stCxn id="31" idx="2"/>
              <a:endCxn id="32" idx="0"/>
            </p:cNvCxnSpPr>
            <p:nvPr/>
          </p:nvCxnSpPr>
          <p:spPr>
            <a:xfrm rot="16200000" flipH="1">
              <a:off x="6420342" y="3468888"/>
              <a:ext cx="449645" cy="411980"/>
            </a:xfrm>
            <a:prstGeom prst="bentConnector3">
              <a:avLst>
                <a:gd name="adj1" fmla="val 6588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AAEA38B-813F-F5E3-37B1-317DB866C8E8}"/>
                    </a:ext>
                  </a:extLst>
                </p:cNvPr>
                <p:cNvSpPr txBox="1"/>
                <p:nvPr/>
              </p:nvSpPr>
              <p:spPr>
                <a:xfrm>
                  <a:off x="6182996" y="3417941"/>
                  <a:ext cx="9735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AAEA38B-813F-F5E3-37B1-317DB866C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2996" y="3417941"/>
                  <a:ext cx="97357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7BDC5C8-B66A-EADB-E7EA-A766ACE3B8E4}"/>
                    </a:ext>
                  </a:extLst>
                </p:cNvPr>
                <p:cNvSpPr txBox="1"/>
                <p:nvPr/>
              </p:nvSpPr>
              <p:spPr>
                <a:xfrm>
                  <a:off x="7636401" y="4078053"/>
                  <a:ext cx="794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7BDC5C8-B66A-EADB-E7EA-A766ACE3B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6401" y="4078053"/>
                  <a:ext cx="794079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9231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49AD4819-6944-6B62-0783-A19B9C2EC696}"/>
                </a:ext>
              </a:extLst>
            </p:cNvPr>
            <p:cNvCxnSpPr>
              <a:cxnSpLocks/>
              <a:stCxn id="32" idx="3"/>
              <a:endCxn id="28" idx="1"/>
            </p:cNvCxnSpPr>
            <p:nvPr/>
          </p:nvCxnSpPr>
          <p:spPr>
            <a:xfrm flipV="1">
              <a:off x="7693592" y="3129301"/>
              <a:ext cx="1223182" cy="1278321"/>
            </a:xfrm>
            <a:prstGeom prst="bentConnector3">
              <a:avLst>
                <a:gd name="adj1" fmla="val 7647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DCEC24D1-8DF1-5D34-5EF9-166C813BE511}"/>
                </a:ext>
              </a:extLst>
            </p:cNvPr>
            <p:cNvCxnSpPr>
              <a:cxnSpLocks/>
              <a:stCxn id="32" idx="3"/>
              <a:endCxn id="29" idx="1"/>
            </p:cNvCxnSpPr>
            <p:nvPr/>
          </p:nvCxnSpPr>
          <p:spPr>
            <a:xfrm>
              <a:off x="7693592" y="4407622"/>
              <a:ext cx="1222333" cy="1280604"/>
            </a:xfrm>
            <a:prstGeom prst="bentConnector3">
              <a:avLst>
                <a:gd name="adj1" fmla="val 7649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358DB25B-CA30-A807-C19A-9882DACBCAD3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6966440" y="3092631"/>
              <a:ext cx="1672948" cy="83619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22F00AA-BADA-954A-871A-416D31F8C8D7}"/>
                    </a:ext>
                  </a:extLst>
                </p:cNvPr>
                <p:cNvSpPr txBox="1"/>
                <p:nvPr/>
              </p:nvSpPr>
              <p:spPr>
                <a:xfrm>
                  <a:off x="6886154" y="2765118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22F00AA-BADA-954A-871A-416D31F8C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6154" y="2765118"/>
                  <a:ext cx="77898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A201A4D-F601-AA8C-F628-3328E354F4D0}"/>
                </a:ext>
              </a:extLst>
            </p:cNvPr>
            <p:cNvCxnSpPr>
              <a:cxnSpLocks/>
              <a:stCxn id="30" idx="0"/>
              <a:endCxn id="28" idx="2"/>
            </p:cNvCxnSpPr>
            <p:nvPr/>
          </p:nvCxnSpPr>
          <p:spPr>
            <a:xfrm flipV="1">
              <a:off x="9830325" y="3486726"/>
              <a:ext cx="849" cy="6289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275DE06-5F42-4247-49A2-D58FEE50E72C}"/>
                    </a:ext>
                  </a:extLst>
                </p:cNvPr>
                <p:cNvSpPr txBox="1"/>
                <p:nvPr/>
              </p:nvSpPr>
              <p:spPr>
                <a:xfrm>
                  <a:off x="9441680" y="3645876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275DE06-5F42-4247-49A2-D58FEE50E7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1680" y="3645876"/>
                  <a:ext cx="77898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31CAC2B-48FD-B851-B845-4711E144BC3A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9830325" y="4830560"/>
              <a:ext cx="0" cy="5002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89DA0F5-B720-FA31-F646-6B9BE7F864E8}"/>
                    </a:ext>
                  </a:extLst>
                </p:cNvPr>
                <p:cNvSpPr txBox="1"/>
                <p:nvPr/>
              </p:nvSpPr>
              <p:spPr>
                <a:xfrm>
                  <a:off x="9598571" y="4863258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89DA0F5-B720-FA31-F646-6B9BE7F86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571" y="4863258"/>
                  <a:ext cx="77898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51FE097-36A9-3F09-D526-0031FA16B5C8}"/>
                </a:ext>
              </a:extLst>
            </p:cNvPr>
            <p:cNvSpPr txBox="1"/>
            <p:nvPr/>
          </p:nvSpPr>
          <p:spPr>
            <a:xfrm>
              <a:off x="585429" y="5953345"/>
              <a:ext cx="1740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latin typeface="Times New Roman" panose="02020603050405020304" pitchFamily="18" charset="0"/>
                  <a:cs typeface="Times New Roman" panose="02020603050405020304" pitchFamily="18" charset="0"/>
                </a:rPr>
                <a:t>Plume Model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1DC0F8A-A071-69BB-80A6-ED301D6C38BD}"/>
                </a:ext>
              </a:extLst>
            </p:cNvPr>
            <p:cNvSpPr txBox="1"/>
            <p:nvPr/>
          </p:nvSpPr>
          <p:spPr>
            <a:xfrm>
              <a:off x="5819532" y="5947461"/>
              <a:ext cx="2291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latin typeface="Times New Roman" panose="02020603050405020304" pitchFamily="18" charset="0"/>
                  <a:cs typeface="Times New Roman" panose="02020603050405020304" pitchFamily="18" charset="0"/>
                </a:rPr>
                <a:t>Impingement Model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FE9250-BAF8-E421-260D-19A7ADA5E840}"/>
                </a:ext>
              </a:extLst>
            </p:cNvPr>
            <p:cNvCxnSpPr>
              <a:cxnSpLocks/>
              <a:stCxn id="3" idx="1"/>
              <a:endCxn id="3" idx="3"/>
            </p:cNvCxnSpPr>
            <p:nvPr/>
          </p:nvCxnSpPr>
          <p:spPr>
            <a:xfrm>
              <a:off x="10851023" y="4458296"/>
              <a:ext cx="428420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0495DEA-7F42-057B-78D8-77FCF3C405F9}"/>
                </a:ext>
              </a:extLst>
            </p:cNvPr>
            <p:cNvSpPr txBox="1"/>
            <p:nvPr/>
          </p:nvSpPr>
          <p:spPr>
            <a:xfrm>
              <a:off x="13302921" y="4576214"/>
              <a:ext cx="1458887" cy="413861"/>
            </a:xfrm>
            <a:prstGeom prst="roundRect">
              <a:avLst>
                <a:gd name="adj" fmla="val 32331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Safety Margin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661D7B3-12E8-FF38-6D93-6FB1011AF552}"/>
                </a:ext>
              </a:extLst>
            </p:cNvPr>
            <p:cNvSpPr txBox="1"/>
            <p:nvPr/>
          </p:nvSpPr>
          <p:spPr>
            <a:xfrm>
              <a:off x="11206655" y="4648467"/>
              <a:ext cx="1829133" cy="413861"/>
            </a:xfrm>
            <a:prstGeom prst="roundRect">
              <a:avLst>
                <a:gd name="adj" fmla="val 32331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Impingement Time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65FFBF5-9243-6633-0A85-AB6D813AAB64}"/>
                </a:ext>
              </a:extLst>
            </p:cNvPr>
            <p:cNvCxnSpPr>
              <a:stCxn id="7" idx="0"/>
              <a:endCxn id="47" idx="2"/>
            </p:cNvCxnSpPr>
            <p:nvPr/>
          </p:nvCxnSpPr>
          <p:spPr>
            <a:xfrm flipV="1">
              <a:off x="14029658" y="4990075"/>
              <a:ext cx="2707" cy="351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D337EB2C-CCCA-3646-841B-A616A385DC95}"/>
                </a:ext>
              </a:extLst>
            </p:cNvPr>
            <p:cNvCxnSpPr>
              <a:stCxn id="8" idx="3"/>
              <a:endCxn id="47" idx="1"/>
            </p:cNvCxnSpPr>
            <p:nvPr/>
          </p:nvCxnSpPr>
          <p:spPr>
            <a:xfrm flipV="1">
              <a:off x="13072343" y="4783145"/>
              <a:ext cx="230578" cy="905078"/>
            </a:xfrm>
            <a:prstGeom prst="bentConnector3">
              <a:avLst>
                <a:gd name="adj1" fmla="val 3017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CBA8F8F-3C6A-7F78-6116-F012963CA1B2}"/>
                </a:ext>
              </a:extLst>
            </p:cNvPr>
            <p:cNvCxnSpPr>
              <a:stCxn id="29" idx="3"/>
              <a:endCxn id="8" idx="1"/>
            </p:cNvCxnSpPr>
            <p:nvPr/>
          </p:nvCxnSpPr>
          <p:spPr>
            <a:xfrm flipV="1">
              <a:off x="10744725" y="5688223"/>
              <a:ext cx="420991" cy="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86AD7980-E777-BCB3-FF6A-E3853124A124}"/>
                </a:ext>
              </a:extLst>
            </p:cNvPr>
            <p:cNvCxnSpPr>
              <a:cxnSpLocks/>
              <a:stCxn id="48" idx="2"/>
              <a:endCxn id="8" idx="0"/>
            </p:cNvCxnSpPr>
            <p:nvPr/>
          </p:nvCxnSpPr>
          <p:spPr>
            <a:xfrm rot="5400000">
              <a:off x="11985892" y="5195466"/>
              <a:ext cx="268469" cy="219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9295796-2274-5465-0FED-B50E32E62D45}"/>
                    </a:ext>
                  </a:extLst>
                </p:cNvPr>
                <p:cNvSpPr txBox="1"/>
                <p:nvPr/>
              </p:nvSpPr>
              <p:spPr>
                <a:xfrm>
                  <a:off x="11838025" y="4999659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9295796-2274-5465-0FED-B50E32E62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8025" y="4999659"/>
                  <a:ext cx="77898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BBE45A6-AE58-157B-D9D8-4AC162F74AF1}"/>
                    </a:ext>
                  </a:extLst>
                </p:cNvPr>
                <p:cNvSpPr txBox="1"/>
                <p:nvPr/>
              </p:nvSpPr>
              <p:spPr>
                <a:xfrm>
                  <a:off x="10526235" y="5306322"/>
                  <a:ext cx="778987" cy="4031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̇"/>
                            <m:ctrlPr>
                              <a:rPr lang="en-GB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BBE45A6-AE58-157B-D9D8-4AC162F74A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6235" y="5306322"/>
                  <a:ext cx="778987" cy="40312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107B03B-FC7F-2C19-242D-21D8C894533E}"/>
                    </a:ext>
                  </a:extLst>
                </p:cNvPr>
                <p:cNvSpPr txBox="1"/>
                <p:nvPr/>
              </p:nvSpPr>
              <p:spPr>
                <a:xfrm>
                  <a:off x="11194980" y="3953001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107B03B-FC7F-2C19-242D-21D8C8945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4980" y="3953001"/>
                  <a:ext cx="77898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A50CD88-BA73-5707-CCEC-20D894ED137F}"/>
                    </a:ext>
                  </a:extLst>
                </p:cNvPr>
                <p:cNvSpPr txBox="1"/>
                <p:nvPr/>
              </p:nvSpPr>
              <p:spPr>
                <a:xfrm>
                  <a:off x="13901507" y="5014140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𝑐𝑟𝑖𝑡</m:t>
                            </m:r>
                          </m:sub>
                        </m:sSub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A50CD88-BA73-5707-CCEC-20D894ED1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01507" y="5014140"/>
                  <a:ext cx="778987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4F9350-F75A-CD75-FE6D-98DCEB74A4B3}"/>
                </a:ext>
              </a:extLst>
            </p:cNvPr>
            <p:cNvSpPr txBox="1"/>
            <p:nvPr/>
          </p:nvSpPr>
          <p:spPr>
            <a:xfrm>
              <a:off x="10780863" y="5980159"/>
              <a:ext cx="3116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 2: Adhesive Melting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D63FC9B-93A8-0F77-AEC2-3973B38BE84F}"/>
                </a:ext>
              </a:extLst>
            </p:cNvPr>
            <p:cNvSpPr txBox="1"/>
            <p:nvPr/>
          </p:nvSpPr>
          <p:spPr>
            <a:xfrm>
              <a:off x="10819837" y="2563179"/>
              <a:ext cx="3458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 1: Fracture Propagation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C219BBE-46EC-8699-DC6D-9A2984189FED}"/>
                </a:ext>
              </a:extLst>
            </p:cNvPr>
            <p:cNvSpPr txBox="1"/>
            <p:nvPr/>
          </p:nvSpPr>
          <p:spPr>
            <a:xfrm>
              <a:off x="11230256" y="3165813"/>
              <a:ext cx="1386756" cy="714851"/>
            </a:xfrm>
            <a:prstGeom prst="roundRect">
              <a:avLst>
                <a:gd name="adj" fmla="val 32331"/>
              </a:avLst>
            </a:prstGeom>
            <a:solidFill>
              <a:srgbClr val="E59ED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Determine Peak Stress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EDE0E54-71FA-6348-B24F-BFFA41E76091}"/>
                </a:ext>
              </a:extLst>
            </p:cNvPr>
            <p:cNvSpPr txBox="1"/>
            <p:nvPr/>
          </p:nvSpPr>
          <p:spPr>
            <a:xfrm>
              <a:off x="13281122" y="3025959"/>
              <a:ext cx="1497071" cy="413861"/>
            </a:xfrm>
            <a:prstGeom prst="roundRect">
              <a:avLst>
                <a:gd name="adj" fmla="val 32331"/>
              </a:avLst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Irwin’s Model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93658A4-26B3-7661-FB28-16BAFCA4AC09}"/>
                </a:ext>
              </a:extLst>
            </p:cNvPr>
            <p:cNvSpPr txBox="1"/>
            <p:nvPr/>
          </p:nvSpPr>
          <p:spPr>
            <a:xfrm>
              <a:off x="13302921" y="3937800"/>
              <a:ext cx="1458887" cy="413861"/>
            </a:xfrm>
            <a:prstGeom prst="roundRect">
              <a:avLst>
                <a:gd name="adj" fmla="val 32331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Safety Margin</a:t>
              </a:r>
            </a:p>
          </p:txBody>
        </p: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2B759DFE-9437-2D91-0D3A-908C338B3845}"/>
                </a:ext>
              </a:extLst>
            </p:cNvPr>
            <p:cNvCxnSpPr>
              <a:cxnSpLocks/>
              <a:stCxn id="28" idx="3"/>
              <a:endCxn id="59" idx="1"/>
            </p:cNvCxnSpPr>
            <p:nvPr/>
          </p:nvCxnSpPr>
          <p:spPr>
            <a:xfrm>
              <a:off x="10745574" y="3129301"/>
              <a:ext cx="484682" cy="393938"/>
            </a:xfrm>
            <a:prstGeom prst="bentConnector3">
              <a:avLst>
                <a:gd name="adj1" fmla="val 7358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411ECCB-0864-1B2C-3CA1-CAE5E127988A}"/>
                    </a:ext>
                  </a:extLst>
                </p:cNvPr>
                <p:cNvSpPr txBox="1"/>
                <p:nvPr/>
              </p:nvSpPr>
              <p:spPr>
                <a:xfrm>
                  <a:off x="10711327" y="2790977"/>
                  <a:ext cx="794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411ECCB-0864-1B2C-3CA1-CAE5E1279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1327" y="2790977"/>
                  <a:ext cx="79407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ACFE23E4-5B28-0F2F-20CE-492D8FB0A6C4}"/>
                </a:ext>
              </a:extLst>
            </p:cNvPr>
            <p:cNvCxnSpPr>
              <a:cxnSpLocks/>
              <a:endCxn id="59" idx="2"/>
            </p:cNvCxnSpPr>
            <p:nvPr/>
          </p:nvCxnSpPr>
          <p:spPr>
            <a:xfrm rot="5400000" flipH="1" flipV="1">
              <a:off x="10585394" y="4337908"/>
              <a:ext cx="1795484" cy="880996"/>
            </a:xfrm>
            <a:prstGeom prst="bentConnector3">
              <a:avLst>
                <a:gd name="adj1" fmla="val 7758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4EBE94F7-E5D0-5838-CB6F-72C37DC48CD1}"/>
                </a:ext>
              </a:extLst>
            </p:cNvPr>
            <p:cNvCxnSpPr>
              <a:cxnSpLocks/>
              <a:stCxn id="59" idx="3"/>
              <a:endCxn id="61" idx="1"/>
            </p:cNvCxnSpPr>
            <p:nvPr/>
          </p:nvCxnSpPr>
          <p:spPr>
            <a:xfrm>
              <a:off x="12617012" y="3523239"/>
              <a:ext cx="685909" cy="621492"/>
            </a:xfrm>
            <a:prstGeom prst="bentConnector3">
              <a:avLst>
                <a:gd name="adj1" fmla="val 2037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44940AA-D41E-926B-B7EF-C2C41A6731FC}"/>
                    </a:ext>
                  </a:extLst>
                </p:cNvPr>
                <p:cNvSpPr txBox="1"/>
                <p:nvPr/>
              </p:nvSpPr>
              <p:spPr>
                <a:xfrm>
                  <a:off x="12642902" y="3785216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44940AA-D41E-926B-B7EF-C2C41A673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42902" y="3785216"/>
                  <a:ext cx="77898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C63ED52-A12A-AD09-46F6-CAA5F98DF3FB}"/>
                </a:ext>
              </a:extLst>
            </p:cNvPr>
            <p:cNvCxnSpPr>
              <a:stCxn id="60" idx="2"/>
              <a:endCxn id="61" idx="0"/>
            </p:cNvCxnSpPr>
            <p:nvPr/>
          </p:nvCxnSpPr>
          <p:spPr>
            <a:xfrm>
              <a:off x="14029658" y="3439820"/>
              <a:ext cx="2707" cy="4979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FC902AC-3134-7160-0782-B867FAF9BDF4}"/>
                    </a:ext>
                  </a:extLst>
                </p:cNvPr>
                <p:cNvSpPr txBox="1"/>
                <p:nvPr/>
              </p:nvSpPr>
              <p:spPr>
                <a:xfrm>
                  <a:off x="13910690" y="3466059"/>
                  <a:ext cx="7789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𝑐𝑟𝑖𝑡</m:t>
                            </m:r>
                          </m:sub>
                        </m:sSub>
                      </m:oMath>
                    </m:oMathPara>
                  </a14:m>
                  <a:endParaRPr lang="en-GB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FC902AC-3134-7160-0782-B867FAF9BD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0690" y="3466059"/>
                  <a:ext cx="778987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058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D40B49-A4DF-3761-9DEC-6981D1015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02226"/>
            <a:ext cx="10905066" cy="425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0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112811-B747-A9BD-CB61-E475F6F6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02226"/>
            <a:ext cx="10905066" cy="425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5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722A-DE48-20BB-2A83-F7386F20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3B9B-3C07-F9BD-223E-FC744CD3F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82487-E1AE-A433-8A92-18CC12523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3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-up of a 3d model&#10;&#10;AI-generated content may be incorrect.">
            <a:extLst>
              <a:ext uri="{FF2B5EF4-FFF2-40B4-BE49-F238E27FC236}">
                <a16:creationId xmlns:a16="http://schemas.microsoft.com/office/drawing/2014/main" id="{B08CAAB5-5886-1573-E267-3A2C3F90E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4" t="15207" r="15844" b="10750"/>
          <a:stretch/>
        </p:blipFill>
        <p:spPr>
          <a:xfrm>
            <a:off x="2575560" y="1793239"/>
            <a:ext cx="8443090" cy="36626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BC9A6A-3E20-336C-67C2-50E6D87AE993}"/>
              </a:ext>
            </a:extLst>
          </p:cNvPr>
          <p:cNvCxnSpPr>
            <a:cxnSpLocks/>
          </p:cNvCxnSpPr>
          <p:nvPr/>
        </p:nvCxnSpPr>
        <p:spPr>
          <a:xfrm flipH="1">
            <a:off x="8311179" y="1640205"/>
            <a:ext cx="38436" cy="1109091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C3619E26-F129-4432-A2A8-895127833314}"/>
              </a:ext>
            </a:extLst>
          </p:cNvPr>
          <p:cNvSpPr/>
          <p:nvPr/>
        </p:nvSpPr>
        <p:spPr>
          <a:xfrm rot="164803" flipH="1" flipV="1">
            <a:off x="7985372" y="1696550"/>
            <a:ext cx="651615" cy="661697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83FE-2C15-9AAA-6F9E-A9077F5E8C51}"/>
              </a:ext>
            </a:extLst>
          </p:cNvPr>
          <p:cNvSpPr txBox="1"/>
          <p:nvPr/>
        </p:nvSpPr>
        <p:spPr>
          <a:xfrm>
            <a:off x="7130708" y="1528916"/>
            <a:ext cx="1180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Tumbling Motion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A5441-CFA0-D3ED-BC38-7B70B78ED2F2}"/>
              </a:ext>
            </a:extLst>
          </p:cNvPr>
          <p:cNvSpPr txBox="1"/>
          <p:nvPr/>
        </p:nvSpPr>
        <p:spPr>
          <a:xfrm>
            <a:off x="7785520" y="2630269"/>
            <a:ext cx="161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Plume Impingement</a:t>
            </a:r>
          </a:p>
        </p:txBody>
      </p:sp>
      <p:sp>
        <p:nvSpPr>
          <p:cNvPr id="23" name="Arrow: Curved Left 22">
            <a:extLst>
              <a:ext uri="{FF2B5EF4-FFF2-40B4-BE49-F238E27FC236}">
                <a16:creationId xmlns:a16="http://schemas.microsoft.com/office/drawing/2014/main" id="{198725F5-1DC1-019C-CFA2-E72662592343}"/>
              </a:ext>
            </a:extLst>
          </p:cNvPr>
          <p:cNvSpPr/>
          <p:nvPr/>
        </p:nvSpPr>
        <p:spPr>
          <a:xfrm rot="21435197" flipV="1">
            <a:off x="7991884" y="2253476"/>
            <a:ext cx="651615" cy="661697"/>
          </a:xfrm>
          <a:prstGeom prst="curved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CDAFCE-ADBB-8A0E-B467-3F200910C73C}"/>
              </a:ext>
            </a:extLst>
          </p:cNvPr>
          <p:cNvCxnSpPr>
            <a:cxnSpLocks/>
          </p:cNvCxnSpPr>
          <p:nvPr/>
        </p:nvCxnSpPr>
        <p:spPr>
          <a:xfrm flipH="1">
            <a:off x="8336755" y="1793240"/>
            <a:ext cx="7555" cy="218021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624F02-4645-0424-57BB-C1A94C93E4D9}"/>
              </a:ext>
            </a:extLst>
          </p:cNvPr>
          <p:cNvCxnSpPr>
            <a:cxnSpLocks/>
          </p:cNvCxnSpPr>
          <p:nvPr/>
        </p:nvCxnSpPr>
        <p:spPr>
          <a:xfrm flipH="1">
            <a:off x="8254623" y="3796307"/>
            <a:ext cx="18792" cy="542239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605E35-F7F3-8A44-526D-60DFCF436EF3}"/>
              </a:ext>
            </a:extLst>
          </p:cNvPr>
          <p:cNvCxnSpPr>
            <a:cxnSpLocks/>
          </p:cNvCxnSpPr>
          <p:nvPr/>
        </p:nvCxnSpPr>
        <p:spPr>
          <a:xfrm flipH="1">
            <a:off x="8311179" y="2337024"/>
            <a:ext cx="12706" cy="367133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D616B16-374E-C9FE-0844-F99A930696F9}"/>
              </a:ext>
            </a:extLst>
          </p:cNvPr>
          <p:cNvCxnSpPr>
            <a:cxnSpLocks/>
          </p:cNvCxnSpPr>
          <p:nvPr/>
        </p:nvCxnSpPr>
        <p:spPr>
          <a:xfrm flipH="1">
            <a:off x="4215598" y="2049283"/>
            <a:ext cx="265386" cy="69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93C57E6-C768-A9E8-E4E4-1A527F3CCF20}"/>
              </a:ext>
            </a:extLst>
          </p:cNvPr>
          <p:cNvSpPr txBox="1"/>
          <p:nvPr/>
        </p:nvSpPr>
        <p:spPr>
          <a:xfrm>
            <a:off x="4348291" y="1780043"/>
            <a:ext cx="2340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Chaser Satellite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9D788BC-A44C-F8B3-95FC-1369AB902C1A}"/>
              </a:ext>
            </a:extLst>
          </p:cNvPr>
          <p:cNvCxnSpPr>
            <a:cxnSpLocks/>
          </p:cNvCxnSpPr>
          <p:nvPr/>
        </p:nvCxnSpPr>
        <p:spPr>
          <a:xfrm>
            <a:off x="6776450" y="2274707"/>
            <a:ext cx="379772" cy="355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5461048-762C-5592-6984-37D8245096C9}"/>
              </a:ext>
            </a:extLst>
          </p:cNvPr>
          <p:cNvSpPr txBox="1"/>
          <p:nvPr/>
        </p:nvSpPr>
        <p:spPr>
          <a:xfrm>
            <a:off x="5709430" y="2013252"/>
            <a:ext cx="2340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Debris Object</a:t>
            </a:r>
          </a:p>
        </p:txBody>
      </p:sp>
    </p:spTree>
    <p:extLst>
      <p:ext uri="{BB962C8B-B14F-4D97-AF65-F5344CB8AC3E}">
        <p14:creationId xmlns:p14="http://schemas.microsoft.com/office/powerpoint/2010/main" val="204554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0595A4E-1683-BE8A-EB70-DD10E0AE34EA}"/>
              </a:ext>
            </a:extLst>
          </p:cNvPr>
          <p:cNvGrpSpPr/>
          <p:nvPr/>
        </p:nvGrpSpPr>
        <p:grpSpPr>
          <a:xfrm>
            <a:off x="2575560" y="1528916"/>
            <a:ext cx="8443090" cy="3927004"/>
            <a:chOff x="2575560" y="1528916"/>
            <a:chExt cx="8443090" cy="392700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99A58CC-ACF7-3120-01D2-9E999E5BACB2}"/>
                </a:ext>
              </a:extLst>
            </p:cNvPr>
            <p:cNvGrpSpPr/>
            <p:nvPr/>
          </p:nvGrpSpPr>
          <p:grpSpPr>
            <a:xfrm>
              <a:off x="2575560" y="1528916"/>
              <a:ext cx="8443090" cy="3927004"/>
              <a:chOff x="2575560" y="1528916"/>
              <a:chExt cx="8443090" cy="3927004"/>
            </a:xfrm>
          </p:grpSpPr>
          <p:pic>
            <p:nvPicPr>
              <p:cNvPr id="4" name="Picture 3" descr="A close-up of a 3d model&#10;&#10;AI-generated content may be incorrect.">
                <a:extLst>
                  <a:ext uri="{FF2B5EF4-FFF2-40B4-BE49-F238E27FC236}">
                    <a16:creationId xmlns:a16="http://schemas.microsoft.com/office/drawing/2014/main" id="{9F6A4688-0EFC-8E61-4191-C11F0551D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904" t="15207" r="15844" b="10750"/>
              <a:stretch/>
            </p:blipFill>
            <p:spPr>
              <a:xfrm>
                <a:off x="2575560" y="1793239"/>
                <a:ext cx="8443090" cy="3662681"/>
              </a:xfrm>
              <a:prstGeom prst="rect">
                <a:avLst/>
              </a:prstGeom>
            </p:spPr>
          </p:pic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F1F780A1-8F28-87C9-671F-5E5DFBC1C3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11179" y="1640205"/>
                <a:ext cx="38436" cy="1109091"/>
              </a:xfrm>
              <a:prstGeom prst="line">
                <a:avLst/>
              </a:prstGeom>
              <a:ln w="38100"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Arrow: Curved Left 5">
                <a:extLst>
                  <a:ext uri="{FF2B5EF4-FFF2-40B4-BE49-F238E27FC236}">
                    <a16:creationId xmlns:a16="http://schemas.microsoft.com/office/drawing/2014/main" id="{22647D1A-D0CE-A3E8-4E89-F77CAB9A98A5}"/>
                  </a:ext>
                </a:extLst>
              </p:cNvPr>
              <p:cNvSpPr/>
              <p:nvPr/>
            </p:nvSpPr>
            <p:spPr>
              <a:xfrm rot="164803" flipH="1" flipV="1">
                <a:off x="7985372" y="1696550"/>
                <a:ext cx="651615" cy="661697"/>
              </a:xfrm>
              <a:prstGeom prst="curvedLef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DFE88C-AF96-2A7A-5289-3B2BE9EB7624}"/>
                  </a:ext>
                </a:extLst>
              </p:cNvPr>
              <p:cNvSpPr txBox="1"/>
              <p:nvPr/>
            </p:nvSpPr>
            <p:spPr>
              <a:xfrm>
                <a:off x="7130708" y="1528916"/>
                <a:ext cx="1180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>
                    <a:solidFill>
                      <a:srgbClr val="15608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Tumbling Motion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12CDAC-6F5B-C2B7-7415-64E3BAC2BA0B}"/>
                  </a:ext>
                </a:extLst>
              </p:cNvPr>
              <p:cNvSpPr txBox="1"/>
              <p:nvPr/>
            </p:nvSpPr>
            <p:spPr>
              <a:xfrm>
                <a:off x="7785520" y="2630269"/>
                <a:ext cx="16170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Plume Impingement</a:t>
                </a:r>
              </a:p>
            </p:txBody>
          </p:sp>
          <p:sp>
            <p:nvSpPr>
              <p:cNvPr id="9" name="Arrow: Curved Left 8">
                <a:extLst>
                  <a:ext uri="{FF2B5EF4-FFF2-40B4-BE49-F238E27FC236}">
                    <a16:creationId xmlns:a16="http://schemas.microsoft.com/office/drawing/2014/main" id="{CF79C949-1BDE-3AAF-E881-02E1115B6F04}"/>
                  </a:ext>
                </a:extLst>
              </p:cNvPr>
              <p:cNvSpPr/>
              <p:nvPr/>
            </p:nvSpPr>
            <p:spPr>
              <a:xfrm rot="21435197" flipV="1">
                <a:off x="7991884" y="2253476"/>
                <a:ext cx="651615" cy="661697"/>
              </a:xfrm>
              <a:prstGeom prst="curvedLef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BE920E7-3BBA-2ADD-B27C-0D46AB2E73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36755" y="1793240"/>
                <a:ext cx="7555" cy="218021"/>
              </a:xfrm>
              <a:prstGeom prst="line">
                <a:avLst/>
              </a:prstGeom>
              <a:ln w="38100"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FA51E14-D140-4FED-950D-ED69D60DC9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54623" y="3796307"/>
                <a:ext cx="18792" cy="542239"/>
              </a:xfrm>
              <a:prstGeom prst="line">
                <a:avLst/>
              </a:prstGeom>
              <a:ln w="38100"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06F9DA2-E2DA-05C7-0936-308CCFC9B7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11179" y="2337024"/>
                <a:ext cx="12706" cy="367133"/>
              </a:xfrm>
              <a:prstGeom prst="line">
                <a:avLst/>
              </a:prstGeom>
              <a:ln w="38100"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C271CC9-7C5B-DA75-F397-A12CA060A3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2155" y="2194750"/>
                <a:ext cx="353443" cy="5474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BEEF8F-9B42-88CE-8069-DFCCC52C177F}"/>
                  </a:ext>
                </a:extLst>
              </p:cNvPr>
              <p:cNvSpPr txBox="1"/>
              <p:nvPr/>
            </p:nvSpPr>
            <p:spPr>
              <a:xfrm>
                <a:off x="3303545" y="1925991"/>
                <a:ext cx="234051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Chaser Satellite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A524339-209D-DF78-073F-D9A1BA05D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07219" y="2278875"/>
                <a:ext cx="302537" cy="3513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02B77C-CC7E-0DE7-ED19-F99DB5FC95B0}"/>
                  </a:ext>
                </a:extLst>
              </p:cNvPr>
              <p:cNvSpPr txBox="1"/>
              <p:nvPr/>
            </p:nvSpPr>
            <p:spPr>
              <a:xfrm>
                <a:off x="5739500" y="1982046"/>
                <a:ext cx="2340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Debris Object</a:t>
                </a: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7AE48C5-9B2F-B34B-672F-FAAC99CE389A}"/>
                </a:ext>
              </a:extLst>
            </p:cNvPr>
            <p:cNvCxnSpPr/>
            <p:nvPr/>
          </p:nvCxnSpPr>
          <p:spPr>
            <a:xfrm flipV="1">
              <a:off x="6209135" y="3449018"/>
              <a:ext cx="3023616" cy="762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EEBC8E-6FD5-641E-E343-904A06CBB557}"/>
                </a:ext>
              </a:extLst>
            </p:cNvPr>
            <p:cNvSpPr txBox="1"/>
            <p:nvPr/>
          </p:nvSpPr>
          <p:spPr>
            <a:xfrm rot="21480000">
              <a:off x="7084366" y="3155114"/>
              <a:ext cx="2340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 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1869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6076327-0D55-4E2F-2A2E-008F7DD28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77733"/>
              </p:ext>
            </p:extLst>
          </p:nvPr>
        </p:nvGraphicFramePr>
        <p:xfrm>
          <a:off x="1701800" y="485162"/>
          <a:ext cx="8213725" cy="5499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7638970" imgH="5114655" progId="Acrobat.Document.DC">
                  <p:embed/>
                </p:oleObj>
              </mc:Choice>
              <mc:Fallback>
                <p:oleObj name="Acrobat Document" r:id="rId2" imgW="7638970" imgH="5114655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6076327-0D55-4E2F-2A2E-008F7DD28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1800" y="485162"/>
                        <a:ext cx="8213725" cy="5499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4833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ight beam with a beam&#10;&#10;AI-generated content may be incorrect.">
            <a:extLst>
              <a:ext uri="{FF2B5EF4-FFF2-40B4-BE49-F238E27FC236}">
                <a16:creationId xmlns:a16="http://schemas.microsoft.com/office/drawing/2014/main" id="{7E959B1F-6730-465C-253F-A4557F170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3" t="20744" r="23468" b="8843"/>
          <a:stretch/>
        </p:blipFill>
        <p:spPr>
          <a:xfrm>
            <a:off x="2518012" y="1976284"/>
            <a:ext cx="6812801" cy="34964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1826B1-BD3B-3D6F-E08E-D0A9B4DB310E}"/>
                  </a:ext>
                </a:extLst>
              </p:cNvPr>
              <p:cNvSpPr txBox="1"/>
              <p:nvPr/>
            </p:nvSpPr>
            <p:spPr>
              <a:xfrm>
                <a:off x="8072155" y="2864817"/>
                <a:ext cx="329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>
                  <a:solidFill>
                    <a:srgbClr val="156082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1826B1-BD3B-3D6F-E08E-D0A9B4DB3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2155" y="2864817"/>
                <a:ext cx="3291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07EFFACA-BC41-08F8-14A9-FF78AFF835BC}"/>
              </a:ext>
            </a:extLst>
          </p:cNvPr>
          <p:cNvSpPr/>
          <p:nvPr/>
        </p:nvSpPr>
        <p:spPr>
          <a:xfrm>
            <a:off x="7045148" y="2980566"/>
            <a:ext cx="1230172" cy="890394"/>
          </a:xfrm>
          <a:prstGeom prst="arc">
            <a:avLst>
              <a:gd name="adj1" fmla="val 15819936"/>
              <a:gd name="adj2" fmla="val 21562788"/>
            </a:avLst>
          </a:prstGeom>
          <a:ln>
            <a:solidFill>
              <a:srgbClr val="156082">
                <a:alpha val="30196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7117E0-71D2-F621-E88D-1B3EAAEDCBD4}"/>
              </a:ext>
            </a:extLst>
          </p:cNvPr>
          <p:cNvCxnSpPr>
            <a:cxnSpLocks/>
          </p:cNvCxnSpPr>
          <p:nvPr/>
        </p:nvCxnSpPr>
        <p:spPr>
          <a:xfrm flipV="1">
            <a:off x="7519035" y="2980567"/>
            <a:ext cx="97823" cy="536063"/>
          </a:xfrm>
          <a:prstGeom prst="line">
            <a:avLst/>
          </a:prstGeom>
          <a:ln w="12700">
            <a:solidFill>
              <a:srgbClr val="21F6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F116B672-080C-81D5-AD44-8F958F9BA4CB}"/>
              </a:ext>
            </a:extLst>
          </p:cNvPr>
          <p:cNvSpPr/>
          <p:nvPr/>
        </p:nvSpPr>
        <p:spPr>
          <a:xfrm>
            <a:off x="7045148" y="2980565"/>
            <a:ext cx="1230172" cy="890394"/>
          </a:xfrm>
          <a:prstGeom prst="arc">
            <a:avLst>
              <a:gd name="adj1" fmla="val 19210297"/>
              <a:gd name="adj2" fmla="val 21562788"/>
            </a:avLst>
          </a:prstGeom>
          <a:ln>
            <a:solidFill>
              <a:srgbClr val="1560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BC5448-CA1C-52BF-8550-5E6D670C9494}"/>
              </a:ext>
            </a:extLst>
          </p:cNvPr>
          <p:cNvCxnSpPr/>
          <p:nvPr/>
        </p:nvCxnSpPr>
        <p:spPr>
          <a:xfrm flipH="1">
            <a:off x="6838122" y="2707861"/>
            <a:ext cx="331304" cy="17183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5CA49E-ED7A-ABAE-705E-39AB140D89DD}"/>
                  </a:ext>
                </a:extLst>
              </p:cNvPr>
              <p:cNvSpPr txBox="1"/>
              <p:nvPr/>
            </p:nvSpPr>
            <p:spPr>
              <a:xfrm>
                <a:off x="6777043" y="3248598"/>
                <a:ext cx="329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>
                  <a:solidFill>
                    <a:srgbClr val="156082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5CA49E-ED7A-ABAE-705E-39AB140D8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043" y="3248598"/>
                <a:ext cx="3291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C4E389-C1D9-2BB7-223A-8ECDBF2FA4F2}"/>
              </a:ext>
            </a:extLst>
          </p:cNvPr>
          <p:cNvCxnSpPr>
            <a:cxnSpLocks/>
          </p:cNvCxnSpPr>
          <p:nvPr/>
        </p:nvCxnSpPr>
        <p:spPr>
          <a:xfrm>
            <a:off x="7277421" y="2657447"/>
            <a:ext cx="813114" cy="324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711B978-433F-B2E0-320D-16B8BFAAB078}"/>
                  </a:ext>
                </a:extLst>
              </p:cNvPr>
              <p:cNvSpPr txBox="1"/>
              <p:nvPr/>
            </p:nvSpPr>
            <p:spPr>
              <a:xfrm>
                <a:off x="7543112" y="2372298"/>
                <a:ext cx="329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>
                  <a:solidFill>
                    <a:srgbClr val="156082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711B978-433F-B2E0-320D-16B8BFAAB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112" y="2372298"/>
                <a:ext cx="329184" cy="369332"/>
              </a:xfrm>
              <a:prstGeom prst="rect">
                <a:avLst/>
              </a:prstGeom>
              <a:blipFill>
                <a:blip r:embed="rId5"/>
                <a:stretch>
                  <a:fillRect r="-2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0E5F68-8096-FB09-9DF2-65ED9A611A5A}"/>
                  </a:ext>
                </a:extLst>
              </p:cNvPr>
              <p:cNvSpPr txBox="1"/>
              <p:nvPr/>
            </p:nvSpPr>
            <p:spPr>
              <a:xfrm rot="21124731">
                <a:off x="2696595" y="3878907"/>
                <a:ext cx="329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n>
                            <a:solidFill>
                              <a:srgbClr val="21F6E4"/>
                            </a:solidFill>
                          </a:ln>
                          <a:solidFill>
                            <a:srgbClr val="21F6E4"/>
                          </a:solidFill>
                          <a:latin typeface="Cambria Math" panose="02040503050406030204" pitchFamily="18" charset="0"/>
                        </a:rPr>
                        <m:t>𝑃𝑙𝑢𝑚𝑒</m:t>
                      </m:r>
                      <m:r>
                        <a:rPr lang="en-GB" b="0" i="1" smtClean="0">
                          <a:ln>
                            <a:solidFill>
                              <a:srgbClr val="21F6E4"/>
                            </a:solidFill>
                          </a:ln>
                          <a:solidFill>
                            <a:srgbClr val="21F6E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n>
                            <a:solidFill>
                              <a:srgbClr val="21F6E4"/>
                            </a:solidFill>
                          </a:ln>
                          <a:solidFill>
                            <a:srgbClr val="21F6E4"/>
                          </a:solidFill>
                          <a:latin typeface="Cambria Math" panose="02040503050406030204" pitchFamily="18" charset="0"/>
                        </a:rPr>
                        <m:t>𝐶𝑒𝑛𝑡𝑟𝑒𝑙𝑖𝑛𝑒</m:t>
                      </m:r>
                    </m:oMath>
                  </m:oMathPara>
                </a14:m>
                <a:endParaRPr lang="en-GB">
                  <a:ln>
                    <a:solidFill>
                      <a:srgbClr val="21F6E4"/>
                    </a:solidFill>
                  </a:ln>
                  <a:solidFill>
                    <a:srgbClr val="21F6E4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0E5F68-8096-FB09-9DF2-65ED9A611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24731">
                <a:off x="2696595" y="3878907"/>
                <a:ext cx="329184" cy="369332"/>
              </a:xfrm>
              <a:prstGeom prst="rect">
                <a:avLst/>
              </a:prstGeom>
              <a:blipFill>
                <a:blip r:embed="rId6"/>
                <a:stretch>
                  <a:fillRect t="-28986" r="-396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F90523A7-6087-1D93-0B29-098994464BEC}"/>
              </a:ext>
            </a:extLst>
          </p:cNvPr>
          <p:cNvSpPr/>
          <p:nvPr/>
        </p:nvSpPr>
        <p:spPr>
          <a:xfrm>
            <a:off x="7230505" y="4385597"/>
            <a:ext cx="171796" cy="171796"/>
          </a:xfrm>
          <a:prstGeom prst="ellipse">
            <a:avLst/>
          </a:prstGeom>
          <a:solidFill>
            <a:srgbClr val="21F6E4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036B27C-8D42-8C52-CDA3-79086374826A}"/>
                  </a:ext>
                </a:extLst>
              </p:cNvPr>
              <p:cNvSpPr txBox="1"/>
              <p:nvPr/>
            </p:nvSpPr>
            <p:spPr>
              <a:xfrm>
                <a:off x="6096000" y="4474404"/>
                <a:ext cx="329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𝐶𝑒𝑛𝑡𝑟𝑒</m:t>
                      </m:r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𝑅𝑜𝑡𝑎𝑡𝑖𝑜𝑛</m:t>
                      </m:r>
                    </m:oMath>
                  </m:oMathPara>
                </a14:m>
                <a:endParaRPr lang="en-GB">
                  <a:solidFill>
                    <a:srgbClr val="156082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036B27C-8D42-8C52-CDA3-790863748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74404"/>
                <a:ext cx="329184" cy="369332"/>
              </a:xfrm>
              <a:prstGeom prst="rect">
                <a:avLst/>
              </a:prstGeom>
              <a:blipFill>
                <a:blip r:embed="rId7"/>
                <a:stretch>
                  <a:fillRect r="-550000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1FE5871-F039-1C24-8E1B-1A9F835764D0}"/>
              </a:ext>
            </a:extLst>
          </p:cNvPr>
          <p:cNvCxnSpPr>
            <a:cxnSpLocks/>
          </p:cNvCxnSpPr>
          <p:nvPr/>
        </p:nvCxnSpPr>
        <p:spPr>
          <a:xfrm flipH="1">
            <a:off x="7317171" y="3516630"/>
            <a:ext cx="201864" cy="9604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48182E-AB9B-D6F3-700F-50663473B789}"/>
                  </a:ext>
                </a:extLst>
              </p:cNvPr>
              <p:cNvSpPr txBox="1"/>
              <p:nvPr/>
            </p:nvSpPr>
            <p:spPr>
              <a:xfrm>
                <a:off x="7354793" y="3824526"/>
                <a:ext cx="571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156082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>
                    <a:solidFill>
                      <a:srgbClr val="156082"/>
                    </a:solidFill>
                  </a:rPr>
                  <a:t>/2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48182E-AB9B-D6F3-700F-50663473B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793" y="3824526"/>
                <a:ext cx="571183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978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64EE30A-D09B-CE66-8B5E-32CC8B6D73C3}"/>
              </a:ext>
            </a:extLst>
          </p:cNvPr>
          <p:cNvGrpSpPr/>
          <p:nvPr/>
        </p:nvGrpSpPr>
        <p:grpSpPr>
          <a:xfrm>
            <a:off x="2518012" y="1976284"/>
            <a:ext cx="6812801" cy="3496468"/>
            <a:chOff x="2518012" y="1976284"/>
            <a:chExt cx="6812801" cy="3496468"/>
          </a:xfrm>
        </p:grpSpPr>
        <p:pic>
          <p:nvPicPr>
            <p:cNvPr id="4" name="Picture 3" descr="A light beam with a beam&#10;&#10;AI-generated content may be incorrect.">
              <a:extLst>
                <a:ext uri="{FF2B5EF4-FFF2-40B4-BE49-F238E27FC236}">
                  <a16:creationId xmlns:a16="http://schemas.microsoft.com/office/drawing/2014/main" id="{C292EA2F-8C9B-AADC-727B-6258ADF40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53" t="20744" r="23468" b="8843"/>
            <a:stretch/>
          </p:blipFill>
          <p:spPr>
            <a:xfrm>
              <a:off x="2518012" y="1976284"/>
              <a:ext cx="6812801" cy="349646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5429664-C499-D725-5A0E-8DCB1B197FEF}"/>
                    </a:ext>
                  </a:extLst>
                </p:cNvPr>
                <p:cNvSpPr txBox="1"/>
                <p:nvPr/>
              </p:nvSpPr>
              <p:spPr>
                <a:xfrm>
                  <a:off x="8072155" y="2864817"/>
                  <a:ext cx="3291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GB">
                    <a:solidFill>
                      <a:srgbClr val="156082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5429664-C499-D725-5A0E-8DCB1B197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155" y="2864817"/>
                  <a:ext cx="32918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rc 5">
              <a:extLst>
                <a:ext uri="{FF2B5EF4-FFF2-40B4-BE49-F238E27FC236}">
                  <a16:creationId xmlns:a16="http://schemas.microsoft.com/office/drawing/2014/main" id="{97A745C9-D669-17D0-0A58-7C0BFE871252}"/>
                </a:ext>
              </a:extLst>
            </p:cNvPr>
            <p:cNvSpPr/>
            <p:nvPr/>
          </p:nvSpPr>
          <p:spPr>
            <a:xfrm>
              <a:off x="7045148" y="2980566"/>
              <a:ext cx="1230172" cy="890394"/>
            </a:xfrm>
            <a:prstGeom prst="arc">
              <a:avLst>
                <a:gd name="adj1" fmla="val 15819936"/>
                <a:gd name="adj2" fmla="val 21562788"/>
              </a:avLst>
            </a:prstGeom>
            <a:ln>
              <a:solidFill>
                <a:srgbClr val="156082">
                  <a:alpha val="30196"/>
                </a:srgb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CA13E3-3602-26C2-27D6-568D826877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9035" y="2980567"/>
              <a:ext cx="97823" cy="536063"/>
            </a:xfrm>
            <a:prstGeom prst="line">
              <a:avLst/>
            </a:prstGeom>
            <a:ln w="12700">
              <a:solidFill>
                <a:srgbClr val="21F6E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143D11AA-15B1-D958-ACEE-76D79036CA6A}"/>
                </a:ext>
              </a:extLst>
            </p:cNvPr>
            <p:cNvSpPr/>
            <p:nvPr/>
          </p:nvSpPr>
          <p:spPr>
            <a:xfrm>
              <a:off x="7045148" y="2980565"/>
              <a:ext cx="1230172" cy="890394"/>
            </a:xfrm>
            <a:prstGeom prst="arc">
              <a:avLst>
                <a:gd name="adj1" fmla="val 19210297"/>
                <a:gd name="adj2" fmla="val 21562788"/>
              </a:avLst>
            </a:prstGeom>
            <a:ln>
              <a:solidFill>
                <a:srgbClr val="15608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8ECE261-31C4-DF86-255D-BD16B786F1BE}"/>
                </a:ext>
              </a:extLst>
            </p:cNvPr>
            <p:cNvCxnSpPr/>
            <p:nvPr/>
          </p:nvCxnSpPr>
          <p:spPr>
            <a:xfrm flipH="1">
              <a:off x="6838122" y="2707861"/>
              <a:ext cx="331304" cy="17183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CC66E34-4026-9BA0-676B-43A8F158E6E3}"/>
                    </a:ext>
                  </a:extLst>
                </p:cNvPr>
                <p:cNvSpPr txBox="1"/>
                <p:nvPr/>
              </p:nvSpPr>
              <p:spPr>
                <a:xfrm>
                  <a:off x="6777043" y="3248598"/>
                  <a:ext cx="3291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GB">
                    <a:solidFill>
                      <a:srgbClr val="156082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CC66E34-4026-9BA0-676B-43A8F158E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7043" y="3248598"/>
                  <a:ext cx="32918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AA9E671-246A-560B-DBD2-6DB6CC269EB3}"/>
                </a:ext>
              </a:extLst>
            </p:cNvPr>
            <p:cNvCxnSpPr>
              <a:cxnSpLocks/>
            </p:cNvCxnSpPr>
            <p:nvPr/>
          </p:nvCxnSpPr>
          <p:spPr>
            <a:xfrm>
              <a:off x="7277421" y="2657447"/>
              <a:ext cx="813114" cy="324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A893F6E-FCDD-2882-22BB-2611D205B2C3}"/>
                    </a:ext>
                  </a:extLst>
                </p:cNvPr>
                <p:cNvSpPr txBox="1"/>
                <p:nvPr/>
              </p:nvSpPr>
              <p:spPr>
                <a:xfrm>
                  <a:off x="7543112" y="2372298"/>
                  <a:ext cx="3291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GB">
                    <a:solidFill>
                      <a:srgbClr val="156082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A893F6E-FCDD-2882-22BB-2611D205B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112" y="2372298"/>
                  <a:ext cx="329184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03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8B919EB-F692-3CC4-34A5-50DF75974DC2}"/>
                    </a:ext>
                  </a:extLst>
                </p:cNvPr>
                <p:cNvSpPr txBox="1"/>
                <p:nvPr/>
              </p:nvSpPr>
              <p:spPr>
                <a:xfrm rot="21124731">
                  <a:off x="2696595" y="3878907"/>
                  <a:ext cx="3291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n>
                              <a:solidFill>
                                <a:srgbClr val="21F6E4"/>
                              </a:solidFill>
                            </a:ln>
                            <a:solidFill>
                              <a:srgbClr val="21F6E4"/>
                            </a:solidFill>
                            <a:latin typeface="Cambria Math" panose="02040503050406030204" pitchFamily="18" charset="0"/>
                          </a:rPr>
                          <m:t>𝑃𝑙𝑢𝑚𝑒</m:t>
                        </m:r>
                        <m:r>
                          <a:rPr lang="en-GB" b="0" i="1" smtClean="0">
                            <a:ln>
                              <a:solidFill>
                                <a:srgbClr val="21F6E4"/>
                              </a:solidFill>
                            </a:ln>
                            <a:solidFill>
                              <a:srgbClr val="21F6E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n>
                              <a:solidFill>
                                <a:srgbClr val="21F6E4"/>
                              </a:solidFill>
                            </a:ln>
                            <a:solidFill>
                              <a:srgbClr val="21F6E4"/>
                            </a:solidFill>
                            <a:latin typeface="Cambria Math" panose="02040503050406030204" pitchFamily="18" charset="0"/>
                          </a:rPr>
                          <m:t>𝐶𝑒𝑛𝑡𝑟𝑒𝑙𝑖𝑛𝑒</m:t>
                        </m:r>
                      </m:oMath>
                    </m:oMathPara>
                  </a14:m>
                  <a:endParaRPr lang="en-GB">
                    <a:ln>
                      <a:solidFill>
                        <a:srgbClr val="21F6E4"/>
                      </a:solidFill>
                    </a:ln>
                    <a:solidFill>
                      <a:srgbClr val="21F6E4"/>
                    </a:solidFill>
                  </a:endParaRP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8B919EB-F692-3CC4-34A5-50DF75974D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124731">
                  <a:off x="2696595" y="3878907"/>
                  <a:ext cx="329184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28986" r="-3968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F9C4AE-ED78-7F4A-1168-C5CB84CD7F6C}"/>
                </a:ext>
              </a:extLst>
            </p:cNvPr>
            <p:cNvSpPr/>
            <p:nvPr/>
          </p:nvSpPr>
          <p:spPr>
            <a:xfrm>
              <a:off x="7230505" y="4385597"/>
              <a:ext cx="171796" cy="171796"/>
            </a:xfrm>
            <a:prstGeom prst="ellipse">
              <a:avLst/>
            </a:prstGeom>
            <a:solidFill>
              <a:srgbClr val="21F6E4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4C47092-9B37-6C63-9B5D-835BA51DEFA4}"/>
                    </a:ext>
                  </a:extLst>
                </p:cNvPr>
                <p:cNvSpPr txBox="1"/>
                <p:nvPr/>
              </p:nvSpPr>
              <p:spPr>
                <a:xfrm>
                  <a:off x="6096000" y="4474404"/>
                  <a:ext cx="3291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𝐶𝑒𝑛𝑡𝑟𝑒</m:t>
                        </m:r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𝑅𝑜𝑡𝑎𝑡𝑖𝑜𝑛</m:t>
                        </m:r>
                      </m:oMath>
                    </m:oMathPara>
                  </a14:m>
                  <a:endParaRPr lang="en-GB">
                    <a:solidFill>
                      <a:srgbClr val="156082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4C47092-9B37-6C63-9B5D-835BA51DE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474404"/>
                  <a:ext cx="329184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50000"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AAB2D98-0CEE-B667-C6CA-C09DDA343C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7171" y="3516630"/>
              <a:ext cx="201864" cy="96048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CB3FF61-28AF-5511-6288-F9CE76A54E31}"/>
                    </a:ext>
                  </a:extLst>
                </p:cNvPr>
                <p:cNvSpPr txBox="1"/>
                <p:nvPr/>
              </p:nvSpPr>
              <p:spPr>
                <a:xfrm>
                  <a:off x="7354793" y="3824526"/>
                  <a:ext cx="5711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15608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GB">
                      <a:solidFill>
                        <a:srgbClr val="156082"/>
                      </a:solidFill>
                    </a:rPr>
                    <a:t>/2</a:t>
                  </a: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CB3FF61-28AF-5511-6288-F9CE76A54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4793" y="3824526"/>
                  <a:ext cx="571183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5559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gold rectangular object&#10;&#10;AI-generated content may be incorrect.">
            <a:extLst>
              <a:ext uri="{FF2B5EF4-FFF2-40B4-BE49-F238E27FC236}">
                <a16:creationId xmlns:a16="http://schemas.microsoft.com/office/drawing/2014/main" id="{88A66615-BFD9-9717-71A9-BCE30025E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26" t="13069" r="33507"/>
          <a:stretch/>
        </p:blipFill>
        <p:spPr>
          <a:xfrm>
            <a:off x="4258100" y="1595120"/>
            <a:ext cx="3848669" cy="431673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86A5F2C-51FD-3870-23AE-1F06C0B60282}"/>
              </a:ext>
            </a:extLst>
          </p:cNvPr>
          <p:cNvSpPr/>
          <p:nvPr/>
        </p:nvSpPr>
        <p:spPr>
          <a:xfrm>
            <a:off x="6182434" y="3017520"/>
            <a:ext cx="203200" cy="203200"/>
          </a:xfrm>
          <a:prstGeom prst="ellipse">
            <a:avLst/>
          </a:prstGeom>
          <a:solidFill>
            <a:srgbClr val="21F6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494A6B-5A89-AF24-E863-DD4F3B9AFBAC}"/>
              </a:ext>
            </a:extLst>
          </p:cNvPr>
          <p:cNvSpPr/>
          <p:nvPr/>
        </p:nvSpPr>
        <p:spPr>
          <a:xfrm>
            <a:off x="7101914" y="3098801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2FBB50-1874-55A4-0C31-B6F1A8097568}"/>
              </a:ext>
            </a:extLst>
          </p:cNvPr>
          <p:cNvSpPr/>
          <p:nvPr/>
        </p:nvSpPr>
        <p:spPr>
          <a:xfrm>
            <a:off x="5333366" y="2976429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AC9405-7357-B578-B7AC-0A22B588616D}"/>
              </a:ext>
            </a:extLst>
          </p:cNvPr>
          <p:cNvSpPr/>
          <p:nvPr/>
        </p:nvSpPr>
        <p:spPr>
          <a:xfrm>
            <a:off x="5994400" y="3924300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CA8B796-ABEA-543B-D3DD-2289EB31D0F4}"/>
              </a:ext>
            </a:extLst>
          </p:cNvPr>
          <p:cNvSpPr/>
          <p:nvPr/>
        </p:nvSpPr>
        <p:spPr>
          <a:xfrm>
            <a:off x="5536566" y="2140585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05DFB7-B20C-F843-0F96-DDA7D0FDB9B7}"/>
              </a:ext>
            </a:extLst>
          </p:cNvPr>
          <p:cNvSpPr/>
          <p:nvPr/>
        </p:nvSpPr>
        <p:spPr>
          <a:xfrm>
            <a:off x="5142748" y="3833761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60A292-B30C-FC1D-A3CB-13263BBC20F7}"/>
              </a:ext>
            </a:extLst>
          </p:cNvPr>
          <p:cNvSpPr/>
          <p:nvPr/>
        </p:nvSpPr>
        <p:spPr>
          <a:xfrm>
            <a:off x="6926153" y="4025900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2DFF0EE-54C0-33D6-EB37-47DFD1F7335E}"/>
              </a:ext>
            </a:extLst>
          </p:cNvPr>
          <p:cNvSpPr/>
          <p:nvPr/>
        </p:nvSpPr>
        <p:spPr>
          <a:xfrm>
            <a:off x="7275691" y="2212975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F76144-4644-333D-B45E-EB051F46FB86}"/>
                  </a:ext>
                </a:extLst>
              </p:cNvPr>
              <p:cNvSpPr txBox="1"/>
              <p:nvPr/>
            </p:nvSpPr>
            <p:spPr>
              <a:xfrm>
                <a:off x="6225331" y="2763472"/>
                <a:ext cx="505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21F6E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en-GB">
                  <a:solidFill>
                    <a:srgbClr val="21F6E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F76144-4644-333D-B45E-EB051F46F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331" y="2763472"/>
                <a:ext cx="5059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DB67F-43D3-0E7A-E7AD-0DB68FA75B9A}"/>
                  </a:ext>
                </a:extLst>
              </p:cNvPr>
              <p:cNvSpPr txBox="1"/>
              <p:nvPr/>
            </p:nvSpPr>
            <p:spPr>
              <a:xfrm>
                <a:off x="7101148" y="2851388"/>
                <a:ext cx="505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46B1E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GB">
                  <a:solidFill>
                    <a:srgbClr val="46B1E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DB67F-43D3-0E7A-E7AD-0DB68FA75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148" y="2851388"/>
                <a:ext cx="5059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3F47EA-BC82-BD02-F03C-F0A015803B68}"/>
              </a:ext>
            </a:extLst>
          </p:cNvPr>
          <p:cNvCxnSpPr>
            <a:cxnSpLocks/>
            <a:stCxn id="6" idx="2"/>
            <a:endCxn id="8" idx="6"/>
          </p:cNvCxnSpPr>
          <p:nvPr/>
        </p:nvCxnSpPr>
        <p:spPr>
          <a:xfrm flipH="1" flipV="1">
            <a:off x="5536566" y="3078029"/>
            <a:ext cx="645868" cy="41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519134-C981-3278-7F80-0FED75155BA4}"/>
              </a:ext>
            </a:extLst>
          </p:cNvPr>
          <p:cNvCxnSpPr>
            <a:cxnSpLocks/>
          </p:cNvCxnSpPr>
          <p:nvPr/>
        </p:nvCxnSpPr>
        <p:spPr>
          <a:xfrm flipH="1">
            <a:off x="6122670" y="3230279"/>
            <a:ext cx="140970" cy="685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D54D86-0B56-C827-8EB5-4BE7705CF305}"/>
              </a:ext>
            </a:extLst>
          </p:cNvPr>
          <p:cNvCxnSpPr>
            <a:cxnSpLocks/>
          </p:cNvCxnSpPr>
          <p:nvPr/>
        </p:nvCxnSpPr>
        <p:spPr>
          <a:xfrm flipH="1">
            <a:off x="6308800" y="2331893"/>
            <a:ext cx="140970" cy="685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2A164B8-FF3A-A80E-1F7F-2C9211578F66}"/>
              </a:ext>
            </a:extLst>
          </p:cNvPr>
          <p:cNvSpPr/>
          <p:nvPr/>
        </p:nvSpPr>
        <p:spPr>
          <a:xfrm>
            <a:off x="6362487" y="2174789"/>
            <a:ext cx="203200" cy="203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FE6ABB-2D71-F3D8-A6E1-9B22E7CA21F0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6389164" y="3135186"/>
            <a:ext cx="712750" cy="652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456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BA9D5B7-3CAD-0DD7-4236-BB38A66DEEBF}"/>
              </a:ext>
            </a:extLst>
          </p:cNvPr>
          <p:cNvGrpSpPr/>
          <p:nvPr/>
        </p:nvGrpSpPr>
        <p:grpSpPr>
          <a:xfrm>
            <a:off x="4258100" y="1595120"/>
            <a:ext cx="3848669" cy="4316730"/>
            <a:chOff x="4258100" y="1595120"/>
            <a:chExt cx="3848669" cy="431673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42982BC-EA64-F7EF-0F8F-868B6B14DF80}"/>
                </a:ext>
              </a:extLst>
            </p:cNvPr>
            <p:cNvGrpSpPr/>
            <p:nvPr/>
          </p:nvGrpSpPr>
          <p:grpSpPr>
            <a:xfrm>
              <a:off x="4258100" y="1595120"/>
              <a:ext cx="3848669" cy="4316730"/>
              <a:chOff x="4258100" y="1595120"/>
              <a:chExt cx="3848669" cy="4316730"/>
            </a:xfrm>
          </p:grpSpPr>
          <p:pic>
            <p:nvPicPr>
              <p:cNvPr id="4" name="Picture 3" descr="A blue and gold rectangular object&#10;&#10;AI-generated content may be incorrect.">
                <a:extLst>
                  <a:ext uri="{FF2B5EF4-FFF2-40B4-BE49-F238E27FC236}">
                    <a16:creationId xmlns:a16="http://schemas.microsoft.com/office/drawing/2014/main" id="{12A85AFE-9FE6-56A8-545B-9D44B9317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26" t="13069" r="33507"/>
              <a:stretch/>
            </p:blipFill>
            <p:spPr>
              <a:xfrm>
                <a:off x="4258100" y="1595120"/>
                <a:ext cx="3848669" cy="4316730"/>
              </a:xfrm>
              <a:prstGeom prst="rect">
                <a:avLst/>
              </a:prstGeom>
            </p:spPr>
          </p:pic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340BD2D-B87F-C3D6-A969-5FD4C2628CC7}"/>
                  </a:ext>
                </a:extLst>
              </p:cNvPr>
              <p:cNvSpPr/>
              <p:nvPr/>
            </p:nvSpPr>
            <p:spPr>
              <a:xfrm>
                <a:off x="6182434" y="3017520"/>
                <a:ext cx="203200" cy="203200"/>
              </a:xfrm>
              <a:prstGeom prst="ellipse">
                <a:avLst/>
              </a:prstGeom>
              <a:solidFill>
                <a:srgbClr val="21F6E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48D665C-12F8-8102-ACA6-D4D9CE84C7F3}"/>
                  </a:ext>
                </a:extLst>
              </p:cNvPr>
              <p:cNvSpPr/>
              <p:nvPr/>
            </p:nvSpPr>
            <p:spPr>
              <a:xfrm>
                <a:off x="7101914" y="3098801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C5BF220-246B-0851-A042-74D683432714}"/>
                  </a:ext>
                </a:extLst>
              </p:cNvPr>
              <p:cNvSpPr/>
              <p:nvPr/>
            </p:nvSpPr>
            <p:spPr>
              <a:xfrm>
                <a:off x="5333366" y="2976429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C050AE3-5F38-2A6A-BA5C-98D815AD161A}"/>
                  </a:ext>
                </a:extLst>
              </p:cNvPr>
              <p:cNvSpPr/>
              <p:nvPr/>
            </p:nvSpPr>
            <p:spPr>
              <a:xfrm>
                <a:off x="5994400" y="3924300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405047E-DC3C-B645-7870-5535A835375E}"/>
                  </a:ext>
                </a:extLst>
              </p:cNvPr>
              <p:cNvSpPr/>
              <p:nvPr/>
            </p:nvSpPr>
            <p:spPr>
              <a:xfrm>
                <a:off x="5536566" y="2140585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8688BA9-6695-FFB8-B7D2-D5A20BA55FC6}"/>
                  </a:ext>
                </a:extLst>
              </p:cNvPr>
              <p:cNvSpPr/>
              <p:nvPr/>
            </p:nvSpPr>
            <p:spPr>
              <a:xfrm>
                <a:off x="5142748" y="3833761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1570EA4-979A-7F48-BBDC-725930F1A347}"/>
                  </a:ext>
                </a:extLst>
              </p:cNvPr>
              <p:cNvSpPr/>
              <p:nvPr/>
            </p:nvSpPr>
            <p:spPr>
              <a:xfrm>
                <a:off x="6926153" y="4025900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8C6BEE7-E4C9-9A93-AC0F-82CA9820A5FD}"/>
                  </a:ext>
                </a:extLst>
              </p:cNvPr>
              <p:cNvSpPr/>
              <p:nvPr/>
            </p:nvSpPr>
            <p:spPr>
              <a:xfrm>
                <a:off x="7275691" y="2212975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66096C6-676D-6363-A2DA-B37ECAA32FD0}"/>
                      </a:ext>
                    </a:extLst>
                  </p:cNvPr>
                  <p:cNvSpPr txBox="1"/>
                  <p:nvPr/>
                </p:nvSpPr>
                <p:spPr>
                  <a:xfrm>
                    <a:off x="6225331" y="2763472"/>
                    <a:ext cx="50596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rgbClr val="21F6E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GB">
                      <a:solidFill>
                        <a:srgbClr val="21F6E4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66096C6-676D-6363-A2DA-B37ECAA32F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25331" y="2763472"/>
                    <a:ext cx="505968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202D05F-99B4-99B7-749B-4F56880BE379}"/>
                      </a:ext>
                    </a:extLst>
                  </p:cNvPr>
                  <p:cNvSpPr txBox="1"/>
                  <p:nvPr/>
                </p:nvSpPr>
                <p:spPr>
                  <a:xfrm>
                    <a:off x="7101148" y="2851388"/>
                    <a:ext cx="50596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rgbClr val="46B1E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GB">
                      <a:solidFill>
                        <a:srgbClr val="46B1E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202D05F-99B4-99B7-749B-4F56880BE3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1148" y="2851388"/>
                    <a:ext cx="505968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68DA378-9B33-F029-763D-28D0C30BE783}"/>
                  </a:ext>
                </a:extLst>
              </p:cNvPr>
              <p:cNvCxnSpPr>
                <a:cxnSpLocks/>
                <a:stCxn id="5" idx="2"/>
                <a:endCxn id="7" idx="6"/>
              </p:cNvCxnSpPr>
              <p:nvPr/>
            </p:nvCxnSpPr>
            <p:spPr>
              <a:xfrm flipH="1" flipV="1">
                <a:off x="5536566" y="3078029"/>
                <a:ext cx="645868" cy="4109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6AE520F-01C5-6FCD-889F-1F87C1387D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22670" y="3230279"/>
                <a:ext cx="140970" cy="6856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6E5EA9A-711E-AF0C-0407-97B96BDC4F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800" y="2331893"/>
                <a:ext cx="140970" cy="6856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ACD92BD-947B-0109-83E7-AD9403F00D5E}"/>
                  </a:ext>
                </a:extLst>
              </p:cNvPr>
              <p:cNvSpPr/>
              <p:nvPr/>
            </p:nvSpPr>
            <p:spPr>
              <a:xfrm>
                <a:off x="6362487" y="2174789"/>
                <a:ext cx="203200" cy="2032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725589-60BB-F32F-1683-C7E8D02A384B}"/>
                  </a:ext>
                </a:extLst>
              </p:cNvPr>
              <p:cNvCxnSpPr>
                <a:cxnSpLocks/>
                <a:stCxn id="6" idx="2"/>
              </p:cNvCxnSpPr>
              <p:nvPr/>
            </p:nvCxnSpPr>
            <p:spPr>
              <a:xfrm flipH="1" flipV="1">
                <a:off x="6389164" y="3135186"/>
                <a:ext cx="712750" cy="6521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92720F8-4D27-79FA-69DF-6FFE46E7ADBE}"/>
                </a:ext>
              </a:extLst>
            </p:cNvPr>
            <p:cNvCxnSpPr>
              <a:cxnSpLocks/>
            </p:cNvCxnSpPr>
            <p:nvPr/>
          </p:nvCxnSpPr>
          <p:spPr>
            <a:xfrm>
              <a:off x="5548604" y="4481650"/>
              <a:ext cx="871246" cy="120379"/>
            </a:xfrm>
            <a:prstGeom prst="straightConnector1">
              <a:avLst/>
            </a:prstGeom>
            <a:ln>
              <a:solidFill>
                <a:srgbClr val="46B1E1"/>
              </a:solidFill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CD5EF11-F7FA-EC84-9E02-5AD7BA8D76D5}"/>
                    </a:ext>
                  </a:extLst>
                </p:cNvPr>
                <p:cNvSpPr txBox="1"/>
                <p:nvPr/>
              </p:nvSpPr>
              <p:spPr>
                <a:xfrm>
                  <a:off x="5719363" y="4458454"/>
                  <a:ext cx="5059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rgbClr val="46B1E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𝑑𝑛</m:t>
                        </m:r>
                      </m:oMath>
                    </m:oMathPara>
                  </a14:m>
                  <a:endParaRPr lang="en-GB">
                    <a:solidFill>
                      <a:srgbClr val="46B1E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CD5EF11-F7FA-EC84-9E02-5AD7BA8D7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363" y="4458454"/>
                  <a:ext cx="50596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E65179B-9E19-6327-606F-DF4C9CCE5F18}"/>
                    </a:ext>
                  </a:extLst>
                </p:cNvPr>
                <p:cNvSpPr txBox="1"/>
                <p:nvPr/>
              </p:nvSpPr>
              <p:spPr>
                <a:xfrm>
                  <a:off x="6565687" y="4869933"/>
                  <a:ext cx="5059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rgbClr val="46B1E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𝑑𝐴</m:t>
                        </m:r>
                      </m:oMath>
                    </m:oMathPara>
                  </a14:m>
                  <a:endParaRPr lang="en-GB">
                    <a:solidFill>
                      <a:srgbClr val="46B1E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E65179B-9E19-6327-606F-DF4C9CCE5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687" y="4869933"/>
                  <a:ext cx="50596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62096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Higgins</dc:creator>
  <cp:revision>1</cp:revision>
  <dcterms:created xsi:type="dcterms:W3CDTF">2025-03-17T18:29:27Z</dcterms:created>
  <dcterms:modified xsi:type="dcterms:W3CDTF">2025-04-02T08:07:52Z</dcterms:modified>
</cp:coreProperties>
</file>